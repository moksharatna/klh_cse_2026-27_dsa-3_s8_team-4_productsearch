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11"/>
  </p:notesMasterIdLst>
  <p:sldIdLst>
    <p:sldId id="256" r:id="rId4"/>
    <p:sldId id="257" r:id="rId5"/>
    <p:sldId id="258" r:id="rId6"/>
    <p:sldId id="259" r:id="rId7"/>
    <p:sldId id="260" r:id="rId8"/>
    <p:sldId id="261"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60"/>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notesMaster" Target="notesMasters/notesMaster1.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tags" Target="../tags/tag63.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microsoft.com/office/2007/relationships/hdphoto" Target="../media/image2.wdp"/><Relationship Id="rId12" Type="http://schemas.openxmlformats.org/officeDocument/2006/relationships/image" Target="../media/image1.png"/><Relationship Id="rId11" Type="http://schemas.openxmlformats.org/officeDocument/2006/relationships/tags" Target="../tags/tag72.xml"/><Relationship Id="rId10" Type="http://schemas.openxmlformats.org/officeDocument/2006/relationships/tags" Target="../tags/tag71.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6" Type="http://schemas.openxmlformats.org/officeDocument/2006/relationships/tags" Target="../tags/tag80.xml"/><Relationship Id="rId5" Type="http://schemas.openxmlformats.org/officeDocument/2006/relationships/tags" Target="../tags/tag79.xml"/><Relationship Id="rId4" Type="http://schemas.openxmlformats.org/officeDocument/2006/relationships/tags" Target="../tags/tag78.xml"/><Relationship Id="rId3" Type="http://schemas.openxmlformats.org/officeDocument/2006/relationships/tags" Target="../tags/tag77.xml"/><Relationship Id="rId2" Type="http://schemas.openxmlformats.org/officeDocument/2006/relationships/tags" Target="../tags/tag76.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 Type="http://schemas.openxmlformats.org/officeDocument/2006/relationships/tags" Target="../tags/tag83.xml"/><Relationship Id="rId3" Type="http://schemas.openxmlformats.org/officeDocument/2006/relationships/tags" Target="../tags/tag82.xml"/><Relationship Id="rId2" Type="http://schemas.openxmlformats.org/officeDocument/2006/relationships/tags" Target="../tags/tag81.xml"/><Relationship Id="rId10" Type="http://schemas.openxmlformats.org/officeDocument/2006/relationships/tags" Target="../tags/tag89.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9" Type="http://schemas.openxmlformats.org/officeDocument/2006/relationships/tags" Target="../tags/tag97.xml"/><Relationship Id="rId8" Type="http://schemas.openxmlformats.org/officeDocument/2006/relationships/tags" Target="../tags/tag96.xml"/><Relationship Id="rId7" Type="http://schemas.openxmlformats.org/officeDocument/2006/relationships/tags" Target="../tags/tag95.xml"/><Relationship Id="rId6" Type="http://schemas.openxmlformats.org/officeDocument/2006/relationships/tags" Target="../tags/tag94.xml"/><Relationship Id="rId5" Type="http://schemas.openxmlformats.org/officeDocument/2006/relationships/tags" Target="../tags/tag93.xml"/><Relationship Id="rId4" Type="http://schemas.openxmlformats.org/officeDocument/2006/relationships/tags" Target="../tags/tag92.xml"/><Relationship Id="rId3" Type="http://schemas.openxmlformats.org/officeDocument/2006/relationships/tags" Target="../tags/tag91.xml"/><Relationship Id="rId2" Type="http://schemas.openxmlformats.org/officeDocument/2006/relationships/tags" Target="../tags/tag90.xml"/><Relationship Id="rId14" Type="http://schemas.openxmlformats.org/officeDocument/2006/relationships/tags" Target="../tags/tag101.xml"/><Relationship Id="rId13" Type="http://schemas.openxmlformats.org/officeDocument/2006/relationships/tags" Target="../tags/tag100.xml"/><Relationship Id="rId12" Type="http://schemas.openxmlformats.org/officeDocument/2006/relationships/tags" Target="../tags/tag99.xml"/><Relationship Id="rId11" Type="http://schemas.openxmlformats.org/officeDocument/2006/relationships/image" Target="../media/image3.png"/><Relationship Id="rId10" Type="http://schemas.openxmlformats.org/officeDocument/2006/relationships/tags" Target="../tags/tag98.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107.xml"/><Relationship Id="rId6" Type="http://schemas.openxmlformats.org/officeDocument/2006/relationships/tags" Target="../tags/tag106.xml"/><Relationship Id="rId5" Type="http://schemas.openxmlformats.org/officeDocument/2006/relationships/tags" Target="../tags/tag105.xml"/><Relationship Id="rId4" Type="http://schemas.openxmlformats.org/officeDocument/2006/relationships/tags" Target="../tags/tag104.xml"/><Relationship Id="rId3" Type="http://schemas.openxmlformats.org/officeDocument/2006/relationships/tags" Target="../tags/tag103.xml"/><Relationship Id="rId2" Type="http://schemas.openxmlformats.org/officeDocument/2006/relationships/tags" Target="../tags/tag102.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tags" Target="../tags/tag115.xml"/><Relationship Id="rId8" Type="http://schemas.openxmlformats.org/officeDocument/2006/relationships/tags" Target="../tags/tag114.xml"/><Relationship Id="rId7" Type="http://schemas.openxmlformats.org/officeDocument/2006/relationships/tags" Target="../tags/tag113.xml"/><Relationship Id="rId6" Type="http://schemas.openxmlformats.org/officeDocument/2006/relationships/tags" Target="../tags/tag112.xml"/><Relationship Id="rId5" Type="http://schemas.openxmlformats.org/officeDocument/2006/relationships/tags" Target="../tags/tag111.xml"/><Relationship Id="rId4" Type="http://schemas.openxmlformats.org/officeDocument/2006/relationships/tags" Target="../tags/tag110.xml"/><Relationship Id="rId3" Type="http://schemas.openxmlformats.org/officeDocument/2006/relationships/tags" Target="../tags/tag109.xml"/><Relationship Id="rId2" Type="http://schemas.openxmlformats.org/officeDocument/2006/relationships/tags" Target="../tags/tag108.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119.xml"/><Relationship Id="rId4" Type="http://schemas.openxmlformats.org/officeDocument/2006/relationships/tags" Target="../tags/tag118.xml"/><Relationship Id="rId3" Type="http://schemas.openxmlformats.org/officeDocument/2006/relationships/tags" Target="../tags/tag117.xml"/><Relationship Id="rId2" Type="http://schemas.openxmlformats.org/officeDocument/2006/relationships/tags" Target="../tags/tag116.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4" Type="http://schemas.openxmlformats.org/officeDocument/2006/relationships/tags" Target="../tags/tag122.xml"/><Relationship Id="rId3" Type="http://schemas.openxmlformats.org/officeDocument/2006/relationships/tags" Target="../tags/tag121.xml"/><Relationship Id="rId2" Type="http://schemas.openxmlformats.org/officeDocument/2006/relationships/tags" Target="../tags/tag120.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5" Type="http://schemas.openxmlformats.org/officeDocument/2006/relationships/tags" Target="../tags/tag126.xml"/><Relationship Id="rId4" Type="http://schemas.openxmlformats.org/officeDocument/2006/relationships/tags" Target="../tags/tag125.xml"/><Relationship Id="rId3" Type="http://schemas.openxmlformats.org/officeDocument/2006/relationships/tags" Target="../tags/tag124.xml"/><Relationship Id="rId2" Type="http://schemas.openxmlformats.org/officeDocument/2006/relationships/tags" Target="../tags/tag123.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6" Type="http://schemas.openxmlformats.org/officeDocument/2006/relationships/tags" Target="../tags/tag131.xml"/><Relationship Id="rId5" Type="http://schemas.openxmlformats.org/officeDocument/2006/relationships/tags" Target="../tags/tag130.xml"/><Relationship Id="rId4" Type="http://schemas.openxmlformats.org/officeDocument/2006/relationships/tags" Target="../tags/tag129.xml"/><Relationship Id="rId3" Type="http://schemas.openxmlformats.org/officeDocument/2006/relationships/tags" Target="../tags/tag128.xml"/><Relationship Id="rId2" Type="http://schemas.openxmlformats.org/officeDocument/2006/relationships/tags" Target="../tags/tag127.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9" Type="http://schemas.openxmlformats.org/officeDocument/2006/relationships/tags" Target="../tags/tag139.xml"/><Relationship Id="rId8" Type="http://schemas.openxmlformats.org/officeDocument/2006/relationships/tags" Target="../tags/tag138.xml"/><Relationship Id="rId7" Type="http://schemas.openxmlformats.org/officeDocument/2006/relationships/tags" Target="../tags/tag137.xml"/><Relationship Id="rId6" Type="http://schemas.openxmlformats.org/officeDocument/2006/relationships/tags" Target="../tags/tag136.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9" Type="http://schemas.openxmlformats.org/officeDocument/2006/relationships/tags" Target="../tags/tag145.xml"/><Relationship Id="rId18" Type="http://schemas.openxmlformats.org/officeDocument/2006/relationships/tags" Target="../tags/tag144.xml"/><Relationship Id="rId17" Type="http://schemas.openxmlformats.org/officeDocument/2006/relationships/tags" Target="../tags/tag143.xml"/><Relationship Id="rId16" Type="http://schemas.openxmlformats.org/officeDocument/2006/relationships/image" Target="../media/image7.png"/><Relationship Id="rId15" Type="http://schemas.openxmlformats.org/officeDocument/2006/relationships/tags" Target="../tags/tag142.xml"/><Relationship Id="rId14" Type="http://schemas.microsoft.com/office/2007/relationships/hdphoto" Target="../media/image6.wdp"/><Relationship Id="rId13" Type="http://schemas.openxmlformats.org/officeDocument/2006/relationships/image" Target="../media/image5.png"/><Relationship Id="rId12" Type="http://schemas.openxmlformats.org/officeDocument/2006/relationships/tags" Target="../tags/tag141.xml"/><Relationship Id="rId11" Type="http://schemas.openxmlformats.org/officeDocument/2006/relationships/image" Target="../media/image4.png"/><Relationship Id="rId10" Type="http://schemas.openxmlformats.org/officeDocument/2006/relationships/tags" Target="../tags/tag140.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userDrawn="1">
  <p:cSld name="Title Slide">
    <p:spTree>
      <p:nvGrpSpPr>
        <p:cNvPr id="1" name=""/>
        <p:cNvGrpSpPr/>
        <p:nvPr/>
      </p:nvGrpSpPr>
      <p:grpSpPr>
        <a:xfrm>
          <a:off x="0" y="0"/>
          <a:ext cx="0" cy="0"/>
          <a:chOff x="0" y="0"/>
          <a:chExt cx="0" cy="0"/>
        </a:xfrm>
      </p:grpSpPr>
      <p:sp>
        <p:nvSpPr>
          <p:cNvPr id="14" name="矩形 13"/>
          <p:cNvSpPr/>
          <p:nvPr>
            <p:custDataLst>
              <p:tags r:id="rId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任意多边形: 形状 34"/>
          <p:cNvSpPr/>
          <p:nvPr>
            <p:custDataLst>
              <p:tags r:id="rId3"/>
            </p:custDataLst>
          </p:nvPr>
        </p:nvSpPr>
        <p:spPr>
          <a:xfrm>
            <a:off x="0" y="5604589"/>
            <a:ext cx="1393076" cy="1253411"/>
          </a:xfrm>
          <a:custGeom>
            <a:avLst/>
            <a:gdLst>
              <a:gd name="connsiteX0" fmla="*/ 0 w 1774536"/>
              <a:gd name="connsiteY0" fmla="*/ 0 h 1596627"/>
              <a:gd name="connsiteX1" fmla="*/ 965024 w 1774536"/>
              <a:gd name="connsiteY1" fmla="*/ 0 h 1596627"/>
              <a:gd name="connsiteX2" fmla="*/ 1235136 w 1774536"/>
              <a:gd name="connsiteY2" fmla="*/ 155934 h 1596627"/>
              <a:gd name="connsiteX3" fmla="*/ 1732763 w 1774536"/>
              <a:gd name="connsiteY3" fmla="*/ 1017906 h 1596627"/>
              <a:gd name="connsiteX4" fmla="*/ 1732763 w 1774536"/>
              <a:gd name="connsiteY4" fmla="*/ 1329773 h 1596627"/>
              <a:gd name="connsiteX5" fmla="*/ 1578693 w 1774536"/>
              <a:gd name="connsiteY5" fmla="*/ 1596627 h 1596627"/>
              <a:gd name="connsiteX6" fmla="*/ 0 w 1774536"/>
              <a:gd name="connsiteY6" fmla="*/ 1596627 h 159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4536" h="1596627">
                <a:moveTo>
                  <a:pt x="0" y="0"/>
                </a:moveTo>
                <a:lnTo>
                  <a:pt x="965024" y="0"/>
                </a:lnTo>
                <a:cubicBezTo>
                  <a:pt x="1076458" y="0"/>
                  <a:pt x="1179401" y="59431"/>
                  <a:pt x="1235136" y="155934"/>
                </a:cubicBezTo>
                <a:lnTo>
                  <a:pt x="1732763" y="1017906"/>
                </a:lnTo>
                <a:cubicBezTo>
                  <a:pt x="1788461" y="1114408"/>
                  <a:pt x="1788461" y="1233270"/>
                  <a:pt x="1732763" y="1329773"/>
                </a:cubicBezTo>
                <a:lnTo>
                  <a:pt x="1578693" y="1596627"/>
                </a:lnTo>
                <a:lnTo>
                  <a:pt x="0" y="1596627"/>
                </a:lnTo>
                <a:close/>
              </a:path>
            </a:pathLst>
          </a:custGeom>
          <a:gradFill flip="none" rotWithShape="1">
            <a:gsLst>
              <a:gs pos="0">
                <a:schemeClr val="accent1">
                  <a:alpha val="0"/>
                </a:schemeClr>
              </a:gs>
              <a:gs pos="63000">
                <a:schemeClr val="accent1">
                  <a:alpha val="25000"/>
                </a:schemeClr>
              </a:gs>
            </a:gsLst>
            <a:lin ang="189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l">
              <a:buClrTx/>
              <a:buSzTx/>
              <a:buFontTx/>
            </a:pPr>
            <a:endParaRPr lang="en-US">
              <a:sym typeface="+mn-lt"/>
            </a:endParaRPr>
          </a:p>
        </p:txBody>
      </p:sp>
      <p:sp>
        <p:nvSpPr>
          <p:cNvPr id="29" name="任意多边形: 形状 28"/>
          <p:cNvSpPr/>
          <p:nvPr>
            <p:custDataLst>
              <p:tags r:id="rId4"/>
            </p:custDataLst>
          </p:nvPr>
        </p:nvSpPr>
        <p:spPr>
          <a:xfrm>
            <a:off x="7302921" y="0"/>
            <a:ext cx="4889079" cy="4634823"/>
          </a:xfrm>
          <a:custGeom>
            <a:avLst/>
            <a:gdLst>
              <a:gd name="connsiteX0" fmla="*/ 860827 w 4515263"/>
              <a:gd name="connsiteY0" fmla="*/ 0 h 4280448"/>
              <a:gd name="connsiteX1" fmla="*/ 4515263 w 4515263"/>
              <a:gd name="connsiteY1" fmla="*/ 0 h 4280448"/>
              <a:gd name="connsiteX2" fmla="*/ 4515263 w 4515263"/>
              <a:gd name="connsiteY2" fmla="*/ 4052484 h 4280448"/>
              <a:gd name="connsiteX3" fmla="*/ 4492015 w 4515263"/>
              <a:gd name="connsiteY3" fmla="*/ 4078891 h 4280448"/>
              <a:gd name="connsiteX4" fmla="*/ 4003859 w 4515263"/>
              <a:gd name="connsiteY4" fmla="*/ 4280448 h 4280448"/>
              <a:gd name="connsiteX5" fmla="*/ 1795825 w 4515263"/>
              <a:gd name="connsiteY5" fmla="*/ 4280448 h 4280448"/>
              <a:gd name="connsiteX6" fmla="*/ 1196689 w 4515263"/>
              <a:gd name="connsiteY6" fmla="*/ 3934525 h 4280448"/>
              <a:gd name="connsiteX7" fmla="*/ 92672 w 4515263"/>
              <a:gd name="connsiteY7" fmla="*/ 2022323 h 4280448"/>
              <a:gd name="connsiteX8" fmla="*/ 92672 w 4515263"/>
              <a:gd name="connsiteY8" fmla="*/ 1330476 h 4280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15263" h="4280448">
                <a:moveTo>
                  <a:pt x="860827" y="0"/>
                </a:moveTo>
                <a:lnTo>
                  <a:pt x="4515263" y="0"/>
                </a:lnTo>
                <a:lnTo>
                  <a:pt x="4515263" y="4052484"/>
                </a:lnTo>
                <a:lnTo>
                  <a:pt x="4492015" y="4078891"/>
                </a:lnTo>
                <a:cubicBezTo>
                  <a:pt x="4364071" y="4206287"/>
                  <a:pt x="4189262" y="4280448"/>
                  <a:pt x="4003859" y="4280448"/>
                </a:cubicBezTo>
                <a:lnTo>
                  <a:pt x="1795825" y="4280448"/>
                </a:lnTo>
                <a:cubicBezTo>
                  <a:pt x="1548701" y="4280448"/>
                  <a:pt x="1320250" y="4148607"/>
                  <a:pt x="1196689" y="3934525"/>
                </a:cubicBezTo>
                <a:lnTo>
                  <a:pt x="92672" y="2022323"/>
                </a:lnTo>
                <a:cubicBezTo>
                  <a:pt x="-30891" y="1808242"/>
                  <a:pt x="-30891" y="1544557"/>
                  <a:pt x="92672" y="1330476"/>
                </a:cubicBezTo>
                <a:close/>
              </a:path>
            </a:pathLst>
          </a:custGeom>
          <a:gradFill flip="none" rotWithShape="1">
            <a:gsLst>
              <a:gs pos="0">
                <a:schemeClr val="accent1">
                  <a:alpha val="5000"/>
                </a:schemeClr>
              </a:gs>
              <a:gs pos="33000">
                <a:schemeClr val="accent1">
                  <a:alpha val="25000"/>
                </a:schemeClr>
              </a:gs>
              <a:gs pos="99000">
                <a:schemeClr val="accent1"/>
              </a:gs>
            </a:gsLst>
            <a:lin ang="8100000" scaled="1"/>
            <a:tileRect/>
          </a:gradFill>
          <a:ln w="9525" cap="flat">
            <a:noFill/>
            <a:prstDash val="solid"/>
            <a:miter/>
          </a:ln>
        </p:spPr>
        <p:txBody>
          <a:bodyPr rtlCol="0" anchor="ctr"/>
          <a:lstStyle/>
          <a:p>
            <a:endParaRPr lang="en-US"/>
          </a:p>
        </p:txBody>
      </p:sp>
      <p:sp>
        <p:nvSpPr>
          <p:cNvPr id="2" name="标题 1"/>
          <p:cNvSpPr>
            <a:spLocks noGrp="1"/>
          </p:cNvSpPr>
          <p:nvPr>
            <p:ph type="ctrTitle" hasCustomPrompt="1"/>
            <p:custDataLst>
              <p:tags r:id="rId5"/>
            </p:custDataLst>
          </p:nvPr>
        </p:nvSpPr>
        <p:spPr>
          <a:xfrm>
            <a:off x="1093470" y="1350010"/>
            <a:ext cx="6209665" cy="2697480"/>
          </a:xfrm>
          <a:prstGeom prst="rect">
            <a:avLst/>
          </a:prstGeom>
        </p:spPr>
        <p:txBody>
          <a:bodyPr wrap="square" anchor="b">
            <a:normAutofit/>
          </a:bodyPr>
          <a:lstStyle>
            <a:lvl1pPr algn="l">
              <a:lnSpc>
                <a:spcPct val="100000"/>
              </a:lnSpc>
              <a:defRPr sz="4700" b="0">
                <a:solidFill>
                  <a:schemeClr val="tx2"/>
                </a:solidFill>
                <a:latin typeface="+mj-lt"/>
              </a:defRPr>
            </a:lvl1pPr>
          </a:lstStyle>
          <a:p>
            <a:r>
              <a:rPr lang="en-US" dirty="0">
                <a:latin typeface="+mj-lt"/>
              </a:rPr>
              <a:t>Click to add title</a:t>
            </a:r>
            <a:endParaRPr lang="en-US" dirty="0"/>
          </a:p>
        </p:txBody>
      </p:sp>
      <p:sp>
        <p:nvSpPr>
          <p:cNvPr id="3" name="副标题 2"/>
          <p:cNvSpPr>
            <a:spLocks noGrp="1"/>
          </p:cNvSpPr>
          <p:nvPr>
            <p:ph type="subTitle" idx="1" hasCustomPrompt="1"/>
            <p:custDataLst>
              <p:tags r:id="rId6"/>
            </p:custDataLst>
          </p:nvPr>
        </p:nvSpPr>
        <p:spPr>
          <a:xfrm>
            <a:off x="1093208" y="4125388"/>
            <a:ext cx="5137199" cy="758360"/>
          </a:xfrm>
          <a:prstGeom prst="rect">
            <a:avLst/>
          </a:prstGeom>
        </p:spPr>
        <p:txBody>
          <a:bodyPr wrap="square">
            <a:normAutofit/>
          </a:bodyPr>
          <a:lstStyle>
            <a:lvl1pPr marL="0" indent="0" algn="l">
              <a:lnSpc>
                <a:spcPct val="100000"/>
              </a:lnSpc>
              <a:buNone/>
              <a:defRPr sz="2400">
                <a:solidFill>
                  <a:schemeClr val="tx2"/>
                </a:solidFill>
                <a:latin typeface="+mj-lt"/>
              </a:defRPr>
            </a:lvl1pPr>
            <a:lvl2pPr marL="457200" indent="0" algn="ctr">
              <a:buNone/>
              <a:defRPr sz="2000">
                <a:latin typeface="+mj-lt"/>
              </a:defRPr>
            </a:lvl2pPr>
            <a:lvl3pPr marL="914400" indent="0" algn="ctr">
              <a:buNone/>
              <a:defRPr sz="1800">
                <a:latin typeface="+mj-lt"/>
              </a:defRPr>
            </a:lvl3pPr>
            <a:lvl4pPr marL="1371600" indent="0" algn="ctr">
              <a:buNone/>
              <a:defRPr sz="1600">
                <a:latin typeface="+mj-lt"/>
              </a:defRPr>
            </a:lvl4pPr>
            <a:lvl5pPr marL="1828800" indent="0" algn="ctr">
              <a:buNone/>
              <a:defRPr sz="1600">
                <a:latin typeface="+mj-lt"/>
              </a:defRPr>
            </a:lvl5pPr>
            <a:lvl6pPr marL="2286000" indent="0" algn="ctr">
              <a:buNone/>
              <a:defRPr sz="1600">
                <a:latin typeface="+mj-lt"/>
              </a:defRPr>
            </a:lvl6pPr>
            <a:lvl7pPr marL="2743200" indent="0" algn="ctr">
              <a:buNone/>
              <a:defRPr sz="1600">
                <a:latin typeface="+mj-lt"/>
              </a:defRPr>
            </a:lvl7pPr>
            <a:lvl8pPr marL="3200400" indent="0" algn="ctr">
              <a:buNone/>
              <a:defRPr sz="1600">
                <a:latin typeface="+mj-lt"/>
              </a:defRPr>
            </a:lvl8pPr>
            <a:lvl9pPr marL="3657600" indent="0" algn="ctr">
              <a:buNone/>
              <a:defRPr sz="1600">
                <a:latin typeface="+mj-lt"/>
              </a:defRPr>
            </a:lvl9pPr>
          </a:lstStyle>
          <a:p>
            <a:r>
              <a:rPr lang="en-US" dirty="0">
                <a:latin typeface="+mj-lt"/>
              </a:rPr>
              <a:t>Click to add subtitle</a:t>
            </a:r>
            <a:endParaRPr lang="en-US" dirty="0"/>
          </a:p>
        </p:txBody>
      </p:sp>
      <p:sp>
        <p:nvSpPr>
          <p:cNvPr id="4" name="日期占位符 3"/>
          <p:cNvSpPr>
            <a:spLocks noGrp="1"/>
          </p:cNvSpPr>
          <p:nvPr>
            <p:ph type="dt" sz="half" idx="10"/>
            <p:custDataLst>
              <p:tags r:id="rId7"/>
            </p:custDataLst>
          </p:nvPr>
        </p:nvSpPr>
        <p:spPr>
          <a:xfrm>
            <a:off x="695960" y="6356350"/>
            <a:ext cx="2743200" cy="365125"/>
          </a:xfrm>
          <a:prstGeom prst="rect">
            <a:avLst/>
          </a:prstGeom>
        </p:spPr>
        <p:txBody>
          <a:bodyPr wrap="square">
            <a:normAutofit/>
          </a:bodyPr>
          <a:lstStyle/>
          <a:p>
            <a:r>
              <a:rPr lang="en-US"/>
              <a:t>Date Area</a:t>
            </a:r>
            <a:endParaRPr lang="en-US"/>
          </a:p>
        </p:txBody>
      </p:sp>
      <p:sp>
        <p:nvSpPr>
          <p:cNvPr id="5" name="页脚占位符 4"/>
          <p:cNvSpPr>
            <a:spLocks noGrp="1"/>
          </p:cNvSpPr>
          <p:nvPr>
            <p:ph type="ftr" sz="quarter" idx="11"/>
            <p:custDataLst>
              <p:tags r:id="rId8"/>
            </p:custDataLst>
          </p:nvPr>
        </p:nvSpPr>
        <p:spPr>
          <a:xfrm>
            <a:off x="4038600" y="6356350"/>
            <a:ext cx="4114800" cy="365125"/>
          </a:xfrm>
          <a:prstGeom prst="rect">
            <a:avLst/>
          </a:prstGeom>
        </p:spPr>
        <p:txBody>
          <a:bodyPr>
            <a:normAutofit/>
          </a:bodyPr>
          <a:lstStyle/>
          <a:p>
            <a:endParaRPr lang="en-US" dirty="0"/>
          </a:p>
        </p:txBody>
      </p:sp>
      <p:sp>
        <p:nvSpPr>
          <p:cNvPr id="6" name="灯片编号占位符 5"/>
          <p:cNvSpPr>
            <a:spLocks noGrp="1"/>
          </p:cNvSpPr>
          <p:nvPr>
            <p:ph type="sldNum" sz="quarter" idx="12"/>
            <p:custDataLst>
              <p:tags r:id="rId9"/>
            </p:custDataLst>
          </p:nvPr>
        </p:nvSpPr>
        <p:spPr>
          <a:xfrm>
            <a:off x="8610600" y="6356350"/>
            <a:ext cx="2743200" cy="365125"/>
          </a:xfrm>
          <a:prstGeom prst="rect">
            <a:avLst/>
          </a:prstGeom>
        </p:spPr>
        <p:txBody>
          <a:bodyPr wrap="square">
            <a:normAutofit/>
          </a:bodyPr>
          <a:lstStyle/>
          <a:p>
            <a:fld id="{BE5F26B5-172A-4DC2-B0B7-181CFC56B87C}" type="slidenum">
              <a:rPr lang="en-US" smtClean="0"/>
            </a:fld>
            <a:endParaRPr lang="en-US"/>
          </a:p>
        </p:txBody>
      </p:sp>
      <p:sp>
        <p:nvSpPr>
          <p:cNvPr id="24" name="署名占位符 10"/>
          <p:cNvSpPr>
            <a:spLocks noGrp="1"/>
          </p:cNvSpPr>
          <p:nvPr>
            <p:ph type="body" sz="quarter" idx="17" hasCustomPrompt="1"/>
            <p:custDataLst>
              <p:tags r:id="rId10"/>
            </p:custDataLst>
          </p:nvPr>
        </p:nvSpPr>
        <p:spPr>
          <a:xfrm>
            <a:off x="1090348" y="4949990"/>
            <a:ext cx="2880000" cy="504000"/>
          </a:xfrm>
          <a:prstGeom prst="roundRect">
            <a:avLst>
              <a:gd name="adj" fmla="val 24227"/>
            </a:avLst>
          </a:prstGeom>
          <a:gradFill flip="none" rotWithShape="1">
            <a:gsLst>
              <a:gs pos="70000">
                <a:schemeClr val="accent1">
                  <a:lumMod val="75000"/>
                </a:schemeClr>
              </a:gs>
              <a:gs pos="5000">
                <a:schemeClr val="accent1"/>
              </a:gs>
            </a:gsLst>
            <a:lin ang="2700000" scaled="1"/>
            <a:tileRect/>
          </a:gradFill>
        </p:spPr>
        <p:txBody>
          <a:bodyPr wrap="square" anchor="ctr">
            <a:normAutofit/>
          </a:bodyPr>
          <a:lstStyle>
            <a:lvl1pPr marL="0" indent="0" algn="ctr">
              <a:lnSpc>
                <a:spcPct val="100000"/>
              </a:lnSpc>
              <a:buNone/>
              <a:defRPr sz="1600">
                <a:solidFill>
                  <a:srgbClr val="FFFFFF"/>
                </a:solidFill>
                <a:latin typeface="+mn-lt"/>
              </a:defRPr>
            </a:lvl1pPr>
          </a:lstStyle>
          <a:p>
            <a:pPr lvl="0"/>
            <a:r>
              <a:rPr lang="en-US" dirty="0">
                <a:latin typeface="+mn-lt"/>
              </a:rPr>
              <a:t>Click to add text</a:t>
            </a:r>
            <a:endParaRPr lang="en-US" dirty="0"/>
          </a:p>
        </p:txBody>
      </p:sp>
      <p:pic>
        <p:nvPicPr>
          <p:cNvPr id="10" name="图片 9"/>
          <p:cNvPicPr>
            <a:picLocks noChangeAspect="1"/>
          </p:cNvPicPr>
          <p:nvPr>
            <p:custDataLst>
              <p:tags r:id="rId11"/>
            </p:custDataLst>
          </p:nvPr>
        </p:nvPicPr>
        <p:blipFill rotWithShape="1">
          <a:blip r:embed="rId12" cstate="print">
            <a:extLst>
              <a:ext uri="{BEBA8EAE-BF5A-486C-A8C5-ECC9F3942E4B}">
                <a14:imgProps xmlns:a14="http://schemas.microsoft.com/office/drawing/2010/main">
                  <a14:imgLayer r:embed="rId13">
                    <a14:imgEffect>
                      <a14:brightnessContrast bright="3000" contrast="3000"/>
                    </a14:imgEffect>
                  </a14:imgLayer>
                </a14:imgProps>
              </a:ext>
              <a:ext uri="{28A0092B-C50C-407E-A947-70E740481C1C}">
                <a14:useLocalDpi xmlns:a14="http://schemas.microsoft.com/office/drawing/2010/main" val="0"/>
              </a:ext>
            </a:extLst>
          </a:blip>
          <a:srcRect l="15593" t="12305" r="13611" b="8926"/>
          <a:stretch>
            <a:fillRect/>
          </a:stretch>
        </p:blipFill>
        <p:spPr>
          <a:xfrm>
            <a:off x="7056803" y="1185863"/>
            <a:ext cx="4308800" cy="4794020"/>
          </a:xfrm>
          <a:prstGeom prst="rect">
            <a:avLst/>
          </a:prstGeom>
        </p:spPr>
      </p:pic>
      <p:sp>
        <p:nvSpPr>
          <p:cNvPr id="7" name="椭圆 6"/>
          <p:cNvSpPr/>
          <p:nvPr>
            <p:custDataLst>
              <p:tags r:id="rId14"/>
            </p:custDataLst>
          </p:nvPr>
        </p:nvSpPr>
        <p:spPr>
          <a:xfrm>
            <a:off x="1090348"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椭圆 7"/>
          <p:cNvSpPr/>
          <p:nvPr>
            <p:custDataLst>
              <p:tags r:id="rId15"/>
            </p:custDataLst>
          </p:nvPr>
        </p:nvSpPr>
        <p:spPr>
          <a:xfrm>
            <a:off x="1229652"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椭圆 8"/>
          <p:cNvSpPr/>
          <p:nvPr>
            <p:custDataLst>
              <p:tags r:id="rId16"/>
            </p:custDataLst>
          </p:nvPr>
        </p:nvSpPr>
        <p:spPr>
          <a:xfrm>
            <a:off x="1368955"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wrap="square">
            <a:normAutofit/>
          </a:bodyPr>
          <a:lstStyle>
            <a:lvl1pPr>
              <a:defRPr>
                <a:latin typeface="+mj-lt"/>
                <a:cs typeface="+mj-lt"/>
              </a:defRPr>
            </a:lvl1pPr>
          </a:lstStyle>
          <a:p>
            <a:r>
              <a:rPr lang="en-US" dirty="0">
                <a:latin typeface="+mj-lt"/>
              </a:rPr>
              <a:t>Click to add title</a:t>
            </a:r>
            <a:endParaRPr lang="en-US" dirty="0"/>
          </a:p>
        </p:txBody>
      </p:sp>
      <p:sp>
        <p:nvSpPr>
          <p:cNvPr id="8" name="内容占位符 7"/>
          <p:cNvSpPr>
            <a:spLocks noGrp="1"/>
          </p:cNvSpPr>
          <p:nvPr>
            <p:ph idx="1" hasCustomPrompt="1"/>
            <p:custDataLst>
              <p:tags r:id="rId3"/>
            </p:custDataLst>
          </p:nvPr>
        </p:nvSpPr>
        <p:spPr/>
        <p:txBody>
          <a:bodyPr wrap="square">
            <a:normAutofit/>
          </a:bodyPr>
          <a:lstStyle>
            <a:lvl1pPr>
              <a:defRPr>
                <a:latin typeface="+mn-lt"/>
                <a:cs typeface="+mn-lt"/>
              </a:defRPr>
            </a:lvl1pPr>
          </a:lstStyle>
          <a:p>
            <a:pPr lvl="0"/>
            <a:r>
              <a:rPr lang="en-US" dirty="0">
                <a:latin typeface="+mn-lt"/>
              </a:rPr>
              <a:t>Click to add text</a:t>
            </a:r>
            <a:endParaRPr lang="en-US" dirty="0"/>
          </a:p>
        </p:txBody>
      </p:sp>
      <p:sp>
        <p:nvSpPr>
          <p:cNvPr id="9" name="日期占位符 8"/>
          <p:cNvSpPr>
            <a:spLocks noGrp="1"/>
          </p:cNvSpPr>
          <p:nvPr>
            <p:ph type="dt" sz="half" idx="10"/>
            <p:custDataLst>
              <p:tags r:id="rId4"/>
            </p:custDataLst>
          </p:nvPr>
        </p:nvSpPr>
        <p:spPr/>
        <p:txBody>
          <a:bodyPr wrap="square">
            <a:normAutofit/>
          </a:bodyPr>
          <a:lstStyle/>
          <a:p>
            <a:r>
              <a:rPr lang="en-US"/>
              <a:t>Date Area</a:t>
            </a:r>
            <a:endParaRPr lang="en-US"/>
          </a:p>
        </p:txBody>
      </p:sp>
      <p:sp>
        <p:nvSpPr>
          <p:cNvPr id="10" name="页脚占位符 9"/>
          <p:cNvSpPr>
            <a:spLocks noGrp="1"/>
          </p:cNvSpPr>
          <p:nvPr>
            <p:ph type="ftr" sz="quarter" idx="11"/>
            <p:custDataLst>
              <p:tags r:id="rId5"/>
            </p:custDataLst>
          </p:nvPr>
        </p:nvSpPr>
        <p:spPr/>
        <p:txBody>
          <a:bodyPr/>
          <a:lstStyle/>
          <a:p>
            <a:endParaRPr lang="en-US"/>
          </a:p>
        </p:txBody>
      </p:sp>
      <p:sp>
        <p:nvSpPr>
          <p:cNvPr id="11" name="灯片编号占位符 10"/>
          <p:cNvSpPr>
            <a:spLocks noGrp="1"/>
          </p:cNvSpPr>
          <p:nvPr>
            <p:ph type="sldNum" sz="quarter" idx="12"/>
            <p:custDataLst>
              <p:tags r:id="rId6"/>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Catalog Slide">
    <p:spTree>
      <p:nvGrpSpPr>
        <p:cNvPr id="1" name=""/>
        <p:cNvGrpSpPr/>
        <p:nvPr/>
      </p:nvGrpSpPr>
      <p:grpSpPr>
        <a:xfrm>
          <a:off x="0" y="0"/>
          <a:ext cx="0" cy="0"/>
          <a:chOff x="0" y="0"/>
          <a:chExt cx="0" cy="0"/>
        </a:xfrm>
      </p:grpSpPr>
      <p:sp>
        <p:nvSpPr>
          <p:cNvPr id="21" name="矩形 20"/>
          <p:cNvSpPr/>
          <p:nvPr>
            <p:custDataLst>
              <p:tags r:id="rId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任意多边形: 形状 37"/>
          <p:cNvSpPr/>
          <p:nvPr>
            <p:custDataLst>
              <p:tags r:id="rId3"/>
            </p:custDataLst>
          </p:nvPr>
        </p:nvSpPr>
        <p:spPr>
          <a:xfrm>
            <a:off x="665351" y="0"/>
            <a:ext cx="3830449" cy="6858000"/>
          </a:xfrm>
          <a:custGeom>
            <a:avLst/>
            <a:gdLst>
              <a:gd name="connsiteX0" fmla="*/ 0 w 3830449"/>
              <a:gd name="connsiteY0" fmla="*/ 0 h 6858000"/>
              <a:gd name="connsiteX1" fmla="*/ 2025923 w 3830449"/>
              <a:gd name="connsiteY1" fmla="*/ 0 h 6858000"/>
              <a:gd name="connsiteX2" fmla="*/ 3678868 w 3830449"/>
              <a:gd name="connsiteY2" fmla="*/ 2863179 h 6858000"/>
              <a:gd name="connsiteX3" fmla="*/ 3678868 w 3830449"/>
              <a:gd name="connsiteY3" fmla="*/ 3994819 h 6858000"/>
              <a:gd name="connsiteX4" fmla="*/ 2025799 w 3830449"/>
              <a:gd name="connsiteY4" fmla="*/ 6858000 h 6858000"/>
              <a:gd name="connsiteX5" fmla="*/ 0 w 3830449"/>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30449" h="6858000">
                <a:moveTo>
                  <a:pt x="0" y="0"/>
                </a:moveTo>
                <a:lnTo>
                  <a:pt x="2025923" y="0"/>
                </a:lnTo>
                <a:lnTo>
                  <a:pt x="3678868" y="2863179"/>
                </a:lnTo>
                <a:cubicBezTo>
                  <a:pt x="3880976" y="3213348"/>
                  <a:pt x="3880976" y="3644651"/>
                  <a:pt x="3678868" y="3994819"/>
                </a:cubicBezTo>
                <a:lnTo>
                  <a:pt x="2025799" y="6858000"/>
                </a:lnTo>
                <a:lnTo>
                  <a:pt x="0" y="6858000"/>
                </a:lnTo>
                <a:close/>
              </a:path>
            </a:pathLst>
          </a:custGeom>
          <a:noFill/>
          <a:ln w="9525" cap="flat">
            <a:gradFill flip="none" rotWithShape="1">
              <a:gsLst>
                <a:gs pos="37000">
                  <a:schemeClr val="accent1">
                    <a:alpha val="0"/>
                  </a:schemeClr>
                </a:gs>
                <a:gs pos="89000">
                  <a:schemeClr val="accent1">
                    <a:alpha val="40000"/>
                  </a:schemeClr>
                </a:gs>
              </a:gsLst>
              <a:lin ang="0" scaled="1"/>
              <a:tileRect/>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a:p>
        </p:txBody>
      </p:sp>
      <p:sp>
        <p:nvSpPr>
          <p:cNvPr id="35" name="任意多边形: 形状 34"/>
          <p:cNvSpPr/>
          <p:nvPr>
            <p:custDataLst>
              <p:tags r:id="rId4"/>
            </p:custDataLst>
          </p:nvPr>
        </p:nvSpPr>
        <p:spPr>
          <a:xfrm>
            <a:off x="0" y="0"/>
            <a:ext cx="3083687" cy="6858002"/>
          </a:xfrm>
          <a:custGeom>
            <a:avLst/>
            <a:gdLst>
              <a:gd name="connsiteX0" fmla="*/ 0 w 3083687"/>
              <a:gd name="connsiteY0" fmla="*/ 0 h 6858002"/>
              <a:gd name="connsiteX1" fmla="*/ 718954 w 3083687"/>
              <a:gd name="connsiteY1" fmla="*/ 0 h 6858002"/>
              <a:gd name="connsiteX2" fmla="*/ 1508001 w 3083687"/>
              <a:gd name="connsiteY2" fmla="*/ 455511 h 6858002"/>
              <a:gd name="connsiteX3" fmla="*/ 2961658 w 3083687"/>
              <a:gd name="connsiteY3" fmla="*/ 2973490 h 6858002"/>
              <a:gd name="connsiteX4" fmla="*/ 2961658 w 3083687"/>
              <a:gd name="connsiteY4" fmla="*/ 3884512 h 6858002"/>
              <a:gd name="connsiteX5" fmla="*/ 1507893 w 3083687"/>
              <a:gd name="connsiteY5" fmla="*/ 6402491 h 6858002"/>
              <a:gd name="connsiteX6" fmla="*/ 718954 w 3083687"/>
              <a:gd name="connsiteY6" fmla="*/ 6858002 h 6858002"/>
              <a:gd name="connsiteX7" fmla="*/ 0 w 3083687"/>
              <a:gd name="connsiteY7" fmla="*/ 685800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83687" h="6858002">
                <a:moveTo>
                  <a:pt x="0" y="0"/>
                </a:moveTo>
                <a:lnTo>
                  <a:pt x="718954" y="0"/>
                </a:lnTo>
                <a:cubicBezTo>
                  <a:pt x="1044473" y="0"/>
                  <a:pt x="1345189" y="173610"/>
                  <a:pt x="1508001" y="455511"/>
                </a:cubicBezTo>
                <a:lnTo>
                  <a:pt x="2961658" y="2973490"/>
                </a:lnTo>
                <a:cubicBezTo>
                  <a:pt x="3124364" y="3255392"/>
                  <a:pt x="3124364" y="3602611"/>
                  <a:pt x="2961658" y="3884512"/>
                </a:cubicBezTo>
                <a:lnTo>
                  <a:pt x="1507893" y="6402491"/>
                </a:lnTo>
                <a:cubicBezTo>
                  <a:pt x="1345189" y="6684394"/>
                  <a:pt x="1044473" y="6858002"/>
                  <a:pt x="718954" y="6858002"/>
                </a:cubicBezTo>
                <a:lnTo>
                  <a:pt x="0" y="6858002"/>
                </a:lnTo>
                <a:close/>
              </a:path>
            </a:pathLst>
          </a:custGeom>
          <a:gradFill flip="none" rotWithShape="1">
            <a:gsLst>
              <a:gs pos="10000">
                <a:schemeClr val="accent1">
                  <a:alpha val="10000"/>
                </a:schemeClr>
              </a:gs>
              <a:gs pos="81000">
                <a:schemeClr val="accent1">
                  <a:alpha val="60000"/>
                </a:schemeClr>
              </a:gs>
            </a:gsLst>
            <a:lin ang="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a:p>
        </p:txBody>
      </p:sp>
      <p:sp>
        <p:nvSpPr>
          <p:cNvPr id="33" name="图形 22"/>
          <p:cNvSpPr/>
          <p:nvPr>
            <p:custDataLst>
              <p:tags r:id="rId5"/>
            </p:custDataLst>
          </p:nvPr>
        </p:nvSpPr>
        <p:spPr>
          <a:xfrm>
            <a:off x="1307881" y="2171700"/>
            <a:ext cx="2800232" cy="2514600"/>
          </a:xfrm>
          <a:custGeom>
            <a:avLst/>
            <a:gdLst>
              <a:gd name="connsiteX0" fmla="*/ 4697587 w 6804564"/>
              <a:gd name="connsiteY0" fmla="*/ 0 h 6110478"/>
              <a:gd name="connsiteX1" fmla="*/ 2106978 w 6804564"/>
              <a:gd name="connsiteY1" fmla="*/ 0 h 6110478"/>
              <a:gd name="connsiteX2" fmla="*/ 1404033 w 6804564"/>
              <a:gd name="connsiteY2" fmla="*/ 405860 h 6110478"/>
              <a:gd name="connsiteX3" fmla="*/ 108728 w 6804564"/>
              <a:gd name="connsiteY3" fmla="*/ 2649379 h 6110478"/>
              <a:gd name="connsiteX4" fmla="*/ 108728 w 6804564"/>
              <a:gd name="connsiteY4" fmla="*/ 3461099 h 6110478"/>
              <a:gd name="connsiteX5" fmla="*/ 1404033 w 6804564"/>
              <a:gd name="connsiteY5" fmla="*/ 5704618 h 6110478"/>
              <a:gd name="connsiteX6" fmla="*/ 2106978 w 6804564"/>
              <a:gd name="connsiteY6" fmla="*/ 6110478 h 6110478"/>
              <a:gd name="connsiteX7" fmla="*/ 4697587 w 6804564"/>
              <a:gd name="connsiteY7" fmla="*/ 6110478 h 6110478"/>
              <a:gd name="connsiteX8" fmla="*/ 5400532 w 6804564"/>
              <a:gd name="connsiteY8" fmla="*/ 5704618 h 6110478"/>
              <a:gd name="connsiteX9" fmla="*/ 6695837 w 6804564"/>
              <a:gd name="connsiteY9" fmla="*/ 3461099 h 6110478"/>
              <a:gd name="connsiteX10" fmla="*/ 6695837 w 6804564"/>
              <a:gd name="connsiteY10" fmla="*/ 2649379 h 6110478"/>
              <a:gd name="connsiteX11" fmla="*/ 5400628 w 6804564"/>
              <a:gd name="connsiteY11" fmla="*/ 405860 h 6110478"/>
              <a:gd name="connsiteX12" fmla="*/ 4697587 w 6804564"/>
              <a:gd name="connsiteY12" fmla="*/ 0 h 6110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04564" h="6110478">
                <a:moveTo>
                  <a:pt x="4697587" y="0"/>
                </a:moveTo>
                <a:lnTo>
                  <a:pt x="2106978" y="0"/>
                </a:lnTo>
                <a:cubicBezTo>
                  <a:pt x="1816941" y="0"/>
                  <a:pt x="1549003" y="154686"/>
                  <a:pt x="1404033" y="405860"/>
                </a:cubicBezTo>
                <a:lnTo>
                  <a:pt x="108728" y="2649379"/>
                </a:lnTo>
                <a:cubicBezTo>
                  <a:pt x="-36243" y="2900553"/>
                  <a:pt x="-36243" y="3209925"/>
                  <a:pt x="108728" y="3461099"/>
                </a:cubicBezTo>
                <a:lnTo>
                  <a:pt x="1404033" y="5704618"/>
                </a:lnTo>
                <a:cubicBezTo>
                  <a:pt x="1549003" y="5955793"/>
                  <a:pt x="1817037" y="6110478"/>
                  <a:pt x="2106978" y="6110478"/>
                </a:cubicBezTo>
                <a:lnTo>
                  <a:pt x="4697587" y="6110478"/>
                </a:lnTo>
                <a:cubicBezTo>
                  <a:pt x="4987624" y="6110478"/>
                  <a:pt x="5255562" y="5955793"/>
                  <a:pt x="5400532" y="5704618"/>
                </a:cubicBezTo>
                <a:lnTo>
                  <a:pt x="6695837" y="3461099"/>
                </a:lnTo>
                <a:cubicBezTo>
                  <a:pt x="6840808" y="3209925"/>
                  <a:pt x="6840808" y="2900553"/>
                  <a:pt x="6695837" y="2649379"/>
                </a:cubicBezTo>
                <a:lnTo>
                  <a:pt x="5400628" y="405860"/>
                </a:lnTo>
                <a:cubicBezTo>
                  <a:pt x="5255562" y="154686"/>
                  <a:pt x="4987624" y="0"/>
                  <a:pt x="4697587" y="0"/>
                </a:cubicBezTo>
                <a:close/>
              </a:path>
            </a:pathLst>
          </a:custGeom>
          <a:solidFill>
            <a:srgbClr val="FFFFFF"/>
          </a:soli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en-US"/>
          </a:p>
        </p:txBody>
      </p:sp>
      <p:sp>
        <p:nvSpPr>
          <p:cNvPr id="7" name="日期占位符 3"/>
          <p:cNvSpPr>
            <a:spLocks noGrp="1"/>
          </p:cNvSpPr>
          <p:nvPr>
            <p:ph type="dt" sz="half" idx="10"/>
            <p:custDataLst>
              <p:tags r:id="rId6"/>
            </p:custDataLst>
          </p:nvPr>
        </p:nvSpPr>
        <p:spPr>
          <a:xfrm>
            <a:off x="695960" y="6356350"/>
            <a:ext cx="2743200" cy="365125"/>
          </a:xfrm>
          <a:prstGeom prst="rect">
            <a:avLst/>
          </a:prstGeom>
        </p:spPr>
        <p:txBody>
          <a:bodyPr wrap="square">
            <a:normAutofit/>
          </a:bodyPr>
          <a:lstStyle/>
          <a:p>
            <a:r>
              <a:rPr lang="en-US"/>
              <a:t>Date Area</a:t>
            </a:r>
            <a:endParaRPr lang="en-US"/>
          </a:p>
        </p:txBody>
      </p:sp>
      <p:sp>
        <p:nvSpPr>
          <p:cNvPr id="8" name="页脚占位符 4"/>
          <p:cNvSpPr>
            <a:spLocks noGrp="1"/>
          </p:cNvSpPr>
          <p:nvPr>
            <p:ph type="ftr" sz="quarter" idx="11"/>
            <p:custDataLst>
              <p:tags r:id="rId7"/>
            </p:custDataLst>
          </p:nvPr>
        </p:nvSpPr>
        <p:spPr>
          <a:xfrm>
            <a:off x="4038600" y="6356350"/>
            <a:ext cx="4114800" cy="365125"/>
          </a:xfrm>
          <a:prstGeom prst="rect">
            <a:avLst/>
          </a:prstGeom>
        </p:spPr>
        <p:txBody>
          <a:bodyPr/>
          <a:lstStyle/>
          <a:p>
            <a:endParaRPr lang="en-US"/>
          </a:p>
        </p:txBody>
      </p:sp>
      <p:sp>
        <p:nvSpPr>
          <p:cNvPr id="9" name="灯片编号占位符 5"/>
          <p:cNvSpPr>
            <a:spLocks noGrp="1"/>
          </p:cNvSpPr>
          <p:nvPr>
            <p:ph type="sldNum" sz="quarter" idx="12"/>
            <p:custDataLst>
              <p:tags r:id="rId8"/>
            </p:custDataLst>
          </p:nvPr>
        </p:nvSpPr>
        <p:spPr>
          <a:xfrm>
            <a:off x="8753983" y="6356350"/>
            <a:ext cx="2743200" cy="365125"/>
          </a:xfrm>
          <a:prstGeom prst="rect">
            <a:avLst/>
          </a:prstGeom>
        </p:spPr>
        <p:txBody>
          <a:bodyPr wrap="square">
            <a:normAutofit/>
          </a:bodyPr>
          <a:lstStyle/>
          <a:p>
            <a:fld id="{BE5F26B5-172A-4DC2-B0B7-181CFC56B87C}" type="slidenum">
              <a:rPr lang="en-US" smtClean="0"/>
            </a:fld>
            <a:endParaRPr lang="en-US"/>
          </a:p>
        </p:txBody>
      </p:sp>
      <p:sp>
        <p:nvSpPr>
          <p:cNvPr id="24" name="图形 22"/>
          <p:cNvSpPr/>
          <p:nvPr>
            <p:custDataLst>
              <p:tags r:id="rId9"/>
            </p:custDataLst>
          </p:nvPr>
        </p:nvSpPr>
        <p:spPr>
          <a:xfrm>
            <a:off x="1351996" y="2211314"/>
            <a:ext cx="2712004" cy="2435372"/>
          </a:xfrm>
          <a:custGeom>
            <a:avLst/>
            <a:gdLst>
              <a:gd name="connsiteX0" fmla="*/ 4697587 w 6804564"/>
              <a:gd name="connsiteY0" fmla="*/ 0 h 6110478"/>
              <a:gd name="connsiteX1" fmla="*/ 2106978 w 6804564"/>
              <a:gd name="connsiteY1" fmla="*/ 0 h 6110478"/>
              <a:gd name="connsiteX2" fmla="*/ 1404033 w 6804564"/>
              <a:gd name="connsiteY2" fmla="*/ 405860 h 6110478"/>
              <a:gd name="connsiteX3" fmla="*/ 108728 w 6804564"/>
              <a:gd name="connsiteY3" fmla="*/ 2649379 h 6110478"/>
              <a:gd name="connsiteX4" fmla="*/ 108728 w 6804564"/>
              <a:gd name="connsiteY4" fmla="*/ 3461099 h 6110478"/>
              <a:gd name="connsiteX5" fmla="*/ 1404033 w 6804564"/>
              <a:gd name="connsiteY5" fmla="*/ 5704618 h 6110478"/>
              <a:gd name="connsiteX6" fmla="*/ 2106978 w 6804564"/>
              <a:gd name="connsiteY6" fmla="*/ 6110478 h 6110478"/>
              <a:gd name="connsiteX7" fmla="*/ 4697587 w 6804564"/>
              <a:gd name="connsiteY7" fmla="*/ 6110478 h 6110478"/>
              <a:gd name="connsiteX8" fmla="*/ 5400532 w 6804564"/>
              <a:gd name="connsiteY8" fmla="*/ 5704618 h 6110478"/>
              <a:gd name="connsiteX9" fmla="*/ 6695837 w 6804564"/>
              <a:gd name="connsiteY9" fmla="*/ 3461099 h 6110478"/>
              <a:gd name="connsiteX10" fmla="*/ 6695837 w 6804564"/>
              <a:gd name="connsiteY10" fmla="*/ 2649379 h 6110478"/>
              <a:gd name="connsiteX11" fmla="*/ 5400628 w 6804564"/>
              <a:gd name="connsiteY11" fmla="*/ 405860 h 6110478"/>
              <a:gd name="connsiteX12" fmla="*/ 4697587 w 6804564"/>
              <a:gd name="connsiteY12" fmla="*/ 0 h 6110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04564" h="6110478">
                <a:moveTo>
                  <a:pt x="4697587" y="0"/>
                </a:moveTo>
                <a:lnTo>
                  <a:pt x="2106978" y="0"/>
                </a:lnTo>
                <a:cubicBezTo>
                  <a:pt x="1816941" y="0"/>
                  <a:pt x="1549003" y="154686"/>
                  <a:pt x="1404033" y="405860"/>
                </a:cubicBezTo>
                <a:lnTo>
                  <a:pt x="108728" y="2649379"/>
                </a:lnTo>
                <a:cubicBezTo>
                  <a:pt x="-36243" y="2900553"/>
                  <a:pt x="-36243" y="3209925"/>
                  <a:pt x="108728" y="3461099"/>
                </a:cubicBezTo>
                <a:lnTo>
                  <a:pt x="1404033" y="5704618"/>
                </a:lnTo>
                <a:cubicBezTo>
                  <a:pt x="1549003" y="5955793"/>
                  <a:pt x="1817037" y="6110478"/>
                  <a:pt x="2106978" y="6110478"/>
                </a:cubicBezTo>
                <a:lnTo>
                  <a:pt x="4697587" y="6110478"/>
                </a:lnTo>
                <a:cubicBezTo>
                  <a:pt x="4987624" y="6110478"/>
                  <a:pt x="5255562" y="5955793"/>
                  <a:pt x="5400532" y="5704618"/>
                </a:cubicBezTo>
                <a:lnTo>
                  <a:pt x="6695837" y="3461099"/>
                </a:lnTo>
                <a:cubicBezTo>
                  <a:pt x="6840808" y="3209925"/>
                  <a:pt x="6840808" y="2900553"/>
                  <a:pt x="6695837" y="2649379"/>
                </a:cubicBezTo>
                <a:lnTo>
                  <a:pt x="5400628" y="405860"/>
                </a:lnTo>
                <a:cubicBezTo>
                  <a:pt x="5255562" y="154686"/>
                  <a:pt x="4987624" y="0"/>
                  <a:pt x="4697587" y="0"/>
                </a:cubicBezTo>
                <a:close/>
              </a:path>
            </a:pathLst>
          </a:custGeom>
          <a:gradFill flip="none" rotWithShape="1">
            <a:gsLst>
              <a:gs pos="24000">
                <a:schemeClr val="accent1"/>
              </a:gs>
              <a:gs pos="78000">
                <a:schemeClr val="accent1">
                  <a:lumMod val="75000"/>
                </a:schemeClr>
              </a:gs>
            </a:gsLst>
            <a:lin ang="81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en-US"/>
          </a:p>
        </p:txBody>
      </p:sp>
      <p:sp>
        <p:nvSpPr>
          <p:cNvPr id="2" name="标题 1"/>
          <p:cNvSpPr>
            <a:spLocks noGrp="1"/>
          </p:cNvSpPr>
          <p:nvPr>
            <p:ph type="title" hasCustomPrompt="1"/>
            <p:custDataLst>
              <p:tags r:id="rId10"/>
            </p:custDataLst>
          </p:nvPr>
        </p:nvSpPr>
        <p:spPr>
          <a:xfrm>
            <a:off x="1307465" y="2863215"/>
            <a:ext cx="2800985" cy="1219835"/>
          </a:xfrm>
          <a:prstGeom prst="rect">
            <a:avLst/>
          </a:prstGeom>
        </p:spPr>
        <p:txBody>
          <a:bodyPr wrap="square" anchor="ctr" anchorCtr="1">
            <a:normAutofit/>
          </a:bodyPr>
          <a:lstStyle>
            <a:lvl1pPr algn="ctr">
              <a:defRPr sz="3600">
                <a:solidFill>
                  <a:srgbClr val="FFFFFF"/>
                </a:solidFill>
                <a:latin typeface="+mj-lt"/>
              </a:defRPr>
            </a:lvl1pPr>
          </a:lstStyle>
          <a:p>
            <a:r>
              <a:rPr lang="en-US" dirty="0">
                <a:latin typeface="+mj-lt"/>
              </a:rPr>
              <a:t>Click to add title</a:t>
            </a:r>
            <a:endParaRPr lang="en-US" dirty="0">
              <a:latin typeface="+mj-l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showMasterSp="0" userDrawn="1">
  <p:cSld name="Section Header">
    <p:spTree>
      <p:nvGrpSpPr>
        <p:cNvPr id="1" name=""/>
        <p:cNvGrpSpPr/>
        <p:nvPr/>
      </p:nvGrpSpPr>
      <p:grpSpPr>
        <a:xfrm>
          <a:off x="0" y="0"/>
          <a:ext cx="0" cy="0"/>
          <a:chOff x="0" y="0"/>
          <a:chExt cx="0" cy="0"/>
        </a:xfrm>
      </p:grpSpPr>
      <p:sp>
        <p:nvSpPr>
          <p:cNvPr id="3" name="矩形 2"/>
          <p:cNvSpPr/>
          <p:nvPr>
            <p:custDataLst>
              <p:tags r:id="rId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任意多边形: 形状 19"/>
          <p:cNvSpPr/>
          <p:nvPr>
            <p:custDataLst>
              <p:tags r:id="rId3"/>
            </p:custDataLst>
          </p:nvPr>
        </p:nvSpPr>
        <p:spPr>
          <a:xfrm flipH="1">
            <a:off x="10798924" y="5604590"/>
            <a:ext cx="1393076" cy="1253411"/>
          </a:xfrm>
          <a:custGeom>
            <a:avLst/>
            <a:gdLst>
              <a:gd name="connsiteX0" fmla="*/ 0 w 1774536"/>
              <a:gd name="connsiteY0" fmla="*/ 0 h 1596627"/>
              <a:gd name="connsiteX1" fmla="*/ 965024 w 1774536"/>
              <a:gd name="connsiteY1" fmla="*/ 0 h 1596627"/>
              <a:gd name="connsiteX2" fmla="*/ 1235136 w 1774536"/>
              <a:gd name="connsiteY2" fmla="*/ 155934 h 1596627"/>
              <a:gd name="connsiteX3" fmla="*/ 1732763 w 1774536"/>
              <a:gd name="connsiteY3" fmla="*/ 1017906 h 1596627"/>
              <a:gd name="connsiteX4" fmla="*/ 1732763 w 1774536"/>
              <a:gd name="connsiteY4" fmla="*/ 1329773 h 1596627"/>
              <a:gd name="connsiteX5" fmla="*/ 1578693 w 1774536"/>
              <a:gd name="connsiteY5" fmla="*/ 1596627 h 1596627"/>
              <a:gd name="connsiteX6" fmla="*/ 0 w 1774536"/>
              <a:gd name="connsiteY6" fmla="*/ 1596627 h 159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4536" h="1596627">
                <a:moveTo>
                  <a:pt x="0" y="0"/>
                </a:moveTo>
                <a:lnTo>
                  <a:pt x="965024" y="0"/>
                </a:lnTo>
                <a:cubicBezTo>
                  <a:pt x="1076458" y="0"/>
                  <a:pt x="1179401" y="59431"/>
                  <a:pt x="1235136" y="155934"/>
                </a:cubicBezTo>
                <a:lnTo>
                  <a:pt x="1732763" y="1017906"/>
                </a:lnTo>
                <a:cubicBezTo>
                  <a:pt x="1788461" y="1114408"/>
                  <a:pt x="1788461" y="1233270"/>
                  <a:pt x="1732763" y="1329773"/>
                </a:cubicBezTo>
                <a:lnTo>
                  <a:pt x="1578693" y="1596627"/>
                </a:lnTo>
                <a:lnTo>
                  <a:pt x="0" y="1596627"/>
                </a:lnTo>
                <a:close/>
              </a:path>
            </a:pathLst>
          </a:custGeom>
          <a:gradFill flip="none" rotWithShape="1">
            <a:gsLst>
              <a:gs pos="0">
                <a:schemeClr val="accent1">
                  <a:alpha val="0"/>
                </a:schemeClr>
              </a:gs>
              <a:gs pos="63000">
                <a:schemeClr val="accent1">
                  <a:alpha val="25000"/>
                </a:schemeClr>
              </a:gs>
            </a:gsLst>
            <a:lin ang="189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a:p>
        </p:txBody>
      </p:sp>
      <p:sp>
        <p:nvSpPr>
          <p:cNvPr id="2" name="标题 1"/>
          <p:cNvSpPr>
            <a:spLocks noGrp="1"/>
          </p:cNvSpPr>
          <p:nvPr>
            <p:ph type="title" hasCustomPrompt="1"/>
            <p:custDataLst>
              <p:tags r:id="rId4"/>
            </p:custDataLst>
          </p:nvPr>
        </p:nvSpPr>
        <p:spPr>
          <a:xfrm>
            <a:off x="4888230" y="2948305"/>
            <a:ext cx="6766560" cy="2847340"/>
          </a:xfrm>
          <a:prstGeom prst="rect">
            <a:avLst/>
          </a:prstGeom>
        </p:spPr>
        <p:txBody>
          <a:bodyPr wrap="square" anchor="t" anchorCtr="0">
            <a:normAutofit/>
          </a:bodyPr>
          <a:lstStyle>
            <a:lvl1pPr algn="r">
              <a:defRPr sz="4800" b="0">
                <a:solidFill>
                  <a:schemeClr val="tx2"/>
                </a:solidFill>
                <a:latin typeface="+mj-lt"/>
              </a:defRPr>
            </a:lvl1pPr>
          </a:lstStyle>
          <a:p>
            <a:r>
              <a:rPr lang="en-US" dirty="0">
                <a:latin typeface="+mj-lt"/>
              </a:rPr>
              <a:t>Click to add title</a:t>
            </a:r>
            <a:endParaRPr lang="en-US" dirty="0"/>
          </a:p>
        </p:txBody>
      </p:sp>
      <p:sp>
        <p:nvSpPr>
          <p:cNvPr id="8" name="节编号 3"/>
          <p:cNvSpPr>
            <a:spLocks noGrp="1"/>
          </p:cNvSpPr>
          <p:nvPr>
            <p:ph type="body" sz="quarter" idx="13" hasCustomPrompt="1"/>
            <p:custDataLst>
              <p:tags r:id="rId5"/>
            </p:custDataLst>
          </p:nvPr>
        </p:nvSpPr>
        <p:spPr>
          <a:xfrm>
            <a:off x="5796915" y="1536065"/>
            <a:ext cx="5700395" cy="1318895"/>
          </a:xfrm>
          <a:prstGeom prst="rect">
            <a:avLst/>
          </a:prstGeom>
        </p:spPr>
        <p:txBody>
          <a:bodyPr wrap="none" anchor="b" anchorCtr="0">
            <a:normAutofit/>
          </a:bodyPr>
          <a:lstStyle>
            <a:lvl1pPr marL="0" indent="0" algn="r">
              <a:buNone/>
              <a:defRPr sz="8000" b="1">
                <a:solidFill>
                  <a:schemeClr val="accent1">
                    <a:lumMod val="75000"/>
                  </a:schemeClr>
                </a:solidFill>
                <a:latin typeface="+mn-lt"/>
              </a:defRPr>
            </a:lvl1pPr>
          </a:lstStyle>
          <a:p>
            <a:pPr lvl="0"/>
            <a:r>
              <a:rPr lang="en-US" dirty="0">
                <a:latin typeface="+mn-lt"/>
              </a:rPr>
              <a:t>Click to add text</a:t>
            </a:r>
            <a:endParaRPr lang="en-US" dirty="0"/>
          </a:p>
        </p:txBody>
      </p:sp>
      <p:sp>
        <p:nvSpPr>
          <p:cNvPr id="4" name="日期占位符 4"/>
          <p:cNvSpPr>
            <a:spLocks noGrp="1"/>
          </p:cNvSpPr>
          <p:nvPr>
            <p:ph type="dt" sz="half" idx="10"/>
            <p:custDataLst>
              <p:tags r:id="rId6"/>
            </p:custDataLst>
          </p:nvPr>
        </p:nvSpPr>
        <p:spPr>
          <a:xfrm>
            <a:off x="695960" y="6356350"/>
            <a:ext cx="2743200" cy="365125"/>
          </a:xfrm>
          <a:prstGeom prst="rect">
            <a:avLst/>
          </a:prstGeom>
        </p:spPr>
        <p:txBody>
          <a:bodyPr wrap="square">
            <a:normAutofit/>
          </a:bodyPr>
          <a:lstStyle/>
          <a:p>
            <a:r>
              <a:rPr lang="en-US"/>
              <a:t>Date Area</a:t>
            </a:r>
            <a:endParaRPr lang="en-US"/>
          </a:p>
        </p:txBody>
      </p:sp>
      <p:sp>
        <p:nvSpPr>
          <p:cNvPr id="5" name="页脚占位符 5"/>
          <p:cNvSpPr>
            <a:spLocks noGrp="1"/>
          </p:cNvSpPr>
          <p:nvPr>
            <p:ph type="ftr" sz="quarter" idx="11"/>
            <p:custDataLst>
              <p:tags r:id="rId7"/>
            </p:custDataLst>
          </p:nvPr>
        </p:nvSpPr>
        <p:spPr>
          <a:xfrm>
            <a:off x="4038600" y="6356350"/>
            <a:ext cx="4114800" cy="365125"/>
          </a:xfrm>
          <a:prstGeom prst="rect">
            <a:avLst/>
          </a:prstGeom>
        </p:spPr>
        <p:txBody>
          <a:bodyPr/>
          <a:lstStyle/>
          <a:p>
            <a:endParaRPr lang="en-US"/>
          </a:p>
        </p:txBody>
      </p:sp>
      <p:sp>
        <p:nvSpPr>
          <p:cNvPr id="6" name="灯片编号占位符 6"/>
          <p:cNvSpPr>
            <a:spLocks noGrp="1"/>
          </p:cNvSpPr>
          <p:nvPr>
            <p:ph type="sldNum" sz="quarter" idx="12"/>
            <p:custDataLst>
              <p:tags r:id="rId8"/>
            </p:custDataLst>
          </p:nvPr>
        </p:nvSpPr>
        <p:spPr>
          <a:xfrm>
            <a:off x="8753983" y="6356350"/>
            <a:ext cx="2743200" cy="365125"/>
          </a:xfrm>
          <a:prstGeom prst="rect">
            <a:avLst/>
          </a:prstGeom>
        </p:spPr>
        <p:txBody>
          <a:bodyPr wrap="square">
            <a:normAutofit/>
          </a:bodyPr>
          <a:lstStyle/>
          <a:p>
            <a:fld id="{BE5F26B5-172A-4DC2-B0B7-181CFC56B87C}" type="slidenum">
              <a:rPr lang="en-US" smtClean="0"/>
            </a:fld>
            <a:endParaRPr lang="en-US"/>
          </a:p>
        </p:txBody>
      </p:sp>
      <p:sp>
        <p:nvSpPr>
          <p:cNvPr id="17" name="任意多边形: 形状 16"/>
          <p:cNvSpPr/>
          <p:nvPr>
            <p:custDataLst>
              <p:tags r:id="rId9"/>
            </p:custDataLst>
          </p:nvPr>
        </p:nvSpPr>
        <p:spPr>
          <a:xfrm flipH="1">
            <a:off x="0" y="0"/>
            <a:ext cx="4889079" cy="4634823"/>
          </a:xfrm>
          <a:custGeom>
            <a:avLst/>
            <a:gdLst>
              <a:gd name="connsiteX0" fmla="*/ 860827 w 4515263"/>
              <a:gd name="connsiteY0" fmla="*/ 0 h 4280448"/>
              <a:gd name="connsiteX1" fmla="*/ 4515263 w 4515263"/>
              <a:gd name="connsiteY1" fmla="*/ 0 h 4280448"/>
              <a:gd name="connsiteX2" fmla="*/ 4515263 w 4515263"/>
              <a:gd name="connsiteY2" fmla="*/ 4052484 h 4280448"/>
              <a:gd name="connsiteX3" fmla="*/ 4492015 w 4515263"/>
              <a:gd name="connsiteY3" fmla="*/ 4078891 h 4280448"/>
              <a:gd name="connsiteX4" fmla="*/ 4003859 w 4515263"/>
              <a:gd name="connsiteY4" fmla="*/ 4280448 h 4280448"/>
              <a:gd name="connsiteX5" fmla="*/ 1795825 w 4515263"/>
              <a:gd name="connsiteY5" fmla="*/ 4280448 h 4280448"/>
              <a:gd name="connsiteX6" fmla="*/ 1196689 w 4515263"/>
              <a:gd name="connsiteY6" fmla="*/ 3934525 h 4280448"/>
              <a:gd name="connsiteX7" fmla="*/ 92672 w 4515263"/>
              <a:gd name="connsiteY7" fmla="*/ 2022323 h 4280448"/>
              <a:gd name="connsiteX8" fmla="*/ 92672 w 4515263"/>
              <a:gd name="connsiteY8" fmla="*/ 1330476 h 4280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15263" h="4280448">
                <a:moveTo>
                  <a:pt x="860827" y="0"/>
                </a:moveTo>
                <a:lnTo>
                  <a:pt x="4515263" y="0"/>
                </a:lnTo>
                <a:lnTo>
                  <a:pt x="4515263" y="4052484"/>
                </a:lnTo>
                <a:lnTo>
                  <a:pt x="4492015" y="4078891"/>
                </a:lnTo>
                <a:cubicBezTo>
                  <a:pt x="4364071" y="4206287"/>
                  <a:pt x="4189262" y="4280448"/>
                  <a:pt x="4003859" y="4280448"/>
                </a:cubicBezTo>
                <a:lnTo>
                  <a:pt x="1795825" y="4280448"/>
                </a:lnTo>
                <a:cubicBezTo>
                  <a:pt x="1548701" y="4280448"/>
                  <a:pt x="1320250" y="4148607"/>
                  <a:pt x="1196689" y="3934525"/>
                </a:cubicBezTo>
                <a:lnTo>
                  <a:pt x="92672" y="2022323"/>
                </a:lnTo>
                <a:cubicBezTo>
                  <a:pt x="-30891" y="1808242"/>
                  <a:pt x="-30891" y="1544557"/>
                  <a:pt x="92672" y="1330476"/>
                </a:cubicBezTo>
                <a:close/>
              </a:path>
            </a:pathLst>
          </a:custGeom>
          <a:gradFill flip="none" rotWithShape="1">
            <a:gsLst>
              <a:gs pos="0">
                <a:schemeClr val="accent1">
                  <a:alpha val="5000"/>
                </a:schemeClr>
              </a:gs>
              <a:gs pos="33000">
                <a:schemeClr val="accent1">
                  <a:alpha val="25000"/>
                </a:schemeClr>
              </a:gs>
              <a:gs pos="99000">
                <a:schemeClr val="accent1"/>
              </a:gs>
            </a:gsLst>
            <a:lin ang="8100000" scaled="1"/>
            <a:tileRect/>
          </a:gradFill>
          <a:ln w="9525" cap="flat">
            <a:noFill/>
            <a:prstDash val="solid"/>
            <a:miter/>
          </a:ln>
        </p:spPr>
        <p:txBody>
          <a:bodyPr rot="0" spcFirstLastPara="0" vert="horz" wrap="square" lIns="91440" tIns="45720" rIns="91440" bIns="45720" numCol="1" spcCol="0" rtlCol="0" fromWordArt="0" anchor="ctr" anchorCtr="0" forceAA="0" compatLnSpc="0">
            <a:noAutofit/>
          </a:bodyPr>
          <a:lstStyle/>
          <a:p>
            <a:pPr lvl="0" algn="l">
              <a:buClrTx/>
              <a:buSzTx/>
              <a:buFontTx/>
            </a:pPr>
            <a:endParaRPr lang="en-US">
              <a:sym typeface="+mn-lt"/>
            </a:endParaRPr>
          </a:p>
        </p:txBody>
      </p:sp>
      <p:pic>
        <p:nvPicPr>
          <p:cNvPr id="19" name="图片 18"/>
          <p:cNvPicPr>
            <a:picLocks noChangeAspect="1"/>
          </p:cNvPicPr>
          <p:nvPr>
            <p:custDataLst>
              <p:tags r:id="rId10"/>
            </p:custDataLst>
          </p:nvPr>
        </p:nvPicPr>
        <p:blipFill rotWithShape="1">
          <a:blip r:embed="rId11" cstate="print">
            <a:extLst>
              <a:ext uri="{28A0092B-C50C-407E-A947-70E740481C1C}">
                <a14:useLocalDpi xmlns:a14="http://schemas.microsoft.com/office/drawing/2010/main" val="0"/>
              </a:ext>
            </a:extLst>
          </a:blip>
          <a:srcRect l="16242" t="11667" r="16089" b="13518"/>
          <a:stretch>
            <a:fillRect/>
          </a:stretch>
        </p:blipFill>
        <p:spPr>
          <a:xfrm>
            <a:off x="1175494" y="1017354"/>
            <a:ext cx="4192058" cy="4634823"/>
          </a:xfrm>
          <a:prstGeom prst="rect">
            <a:avLst/>
          </a:prstGeom>
        </p:spPr>
      </p:pic>
      <p:sp>
        <p:nvSpPr>
          <p:cNvPr id="7" name="椭圆 6"/>
          <p:cNvSpPr/>
          <p:nvPr>
            <p:custDataLst>
              <p:tags r:id="rId12"/>
            </p:custDataLst>
          </p:nvPr>
        </p:nvSpPr>
        <p:spPr>
          <a:xfrm>
            <a:off x="10261386"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椭圆 8"/>
          <p:cNvSpPr/>
          <p:nvPr>
            <p:custDataLst>
              <p:tags r:id="rId13"/>
            </p:custDataLst>
          </p:nvPr>
        </p:nvSpPr>
        <p:spPr>
          <a:xfrm>
            <a:off x="10400690"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椭圆 9"/>
          <p:cNvSpPr/>
          <p:nvPr>
            <p:custDataLst>
              <p:tags r:id="rId14"/>
            </p:custDataLst>
          </p:nvPr>
        </p:nvSpPr>
        <p:spPr>
          <a:xfrm>
            <a:off x="10539993"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vert="horz" wrap="square" lIns="0" tIns="0" rIns="0" bIns="0" rtlCol="0" anchor="b">
            <a:normAutofit/>
          </a:bodyPr>
          <a:lstStyle>
            <a:lvl1pPr>
              <a:defRPr lang="en-US" dirty="0">
                <a:latin typeface="+mj-lt"/>
              </a:defRPr>
            </a:lvl1pPr>
          </a:lstStyle>
          <a:p>
            <a:pPr lvl="0"/>
            <a:r>
              <a:rPr lang="en-US" dirty="0">
                <a:latin typeface="+mj-lt"/>
              </a:rPr>
              <a:t>Click to add title</a:t>
            </a:r>
            <a:endParaRPr lang="en-US" dirty="0"/>
          </a:p>
        </p:txBody>
      </p:sp>
      <p:sp>
        <p:nvSpPr>
          <p:cNvPr id="9" name="内容占位符 8"/>
          <p:cNvSpPr>
            <a:spLocks noGrp="1"/>
          </p:cNvSpPr>
          <p:nvPr>
            <p:ph sz="half" idx="1" hasCustomPrompt="1"/>
            <p:custDataLst>
              <p:tags r:id="rId3"/>
            </p:custDataLst>
          </p:nvPr>
        </p:nvSpPr>
        <p:spPr>
          <a:xfrm>
            <a:off x="695960" y="1301750"/>
            <a:ext cx="5323840" cy="4875850"/>
          </a:xfrm>
        </p:spPr>
        <p:txBody>
          <a:bodyPr wrap="square">
            <a:normAutofit/>
          </a:bodyPr>
          <a:lstStyle/>
          <a:p>
            <a:pPr lvl="0"/>
            <a:r>
              <a:rPr lang="en-US" dirty="0">
                <a:latin typeface="+mn-lt"/>
              </a:rPr>
              <a:t>Click to add text</a:t>
            </a:r>
            <a:endParaRPr lang="en-US" dirty="0"/>
          </a:p>
        </p:txBody>
      </p:sp>
      <p:sp>
        <p:nvSpPr>
          <p:cNvPr id="10" name="内容占位符 9"/>
          <p:cNvSpPr>
            <a:spLocks noGrp="1"/>
          </p:cNvSpPr>
          <p:nvPr>
            <p:ph sz="half" idx="2" hasCustomPrompt="1"/>
            <p:custDataLst>
              <p:tags r:id="rId4"/>
            </p:custDataLst>
          </p:nvPr>
        </p:nvSpPr>
        <p:spPr>
          <a:xfrm>
            <a:off x="6172200" y="1301750"/>
            <a:ext cx="5323840" cy="4875850"/>
          </a:xfrm>
        </p:spPr>
        <p:txBody>
          <a:bodyPr wrap="square">
            <a:normAutofit/>
          </a:bodyPr>
          <a:lstStyle/>
          <a:p>
            <a:pPr lvl="0"/>
            <a:r>
              <a:rPr lang="en-US" dirty="0">
                <a:latin typeface="+mn-lt"/>
              </a:rPr>
              <a:t>Click to add text</a:t>
            </a:r>
            <a:endParaRPr lang="en-US" dirty="0"/>
          </a:p>
        </p:txBody>
      </p:sp>
      <p:sp>
        <p:nvSpPr>
          <p:cNvPr id="11" name="日期占位符 10"/>
          <p:cNvSpPr>
            <a:spLocks noGrp="1"/>
          </p:cNvSpPr>
          <p:nvPr>
            <p:ph type="dt" sz="half" idx="10"/>
            <p:custDataLst>
              <p:tags r:id="rId5"/>
            </p:custDataLst>
          </p:nvPr>
        </p:nvSpPr>
        <p:spPr/>
        <p:txBody>
          <a:bodyPr wrap="square">
            <a:normAutofit/>
          </a:bodyPr>
          <a:lstStyle/>
          <a:p>
            <a:r>
              <a:rPr lang="en-US"/>
              <a:t>Date Area</a:t>
            </a:r>
            <a:endParaRPr lang="en-US"/>
          </a:p>
        </p:txBody>
      </p:sp>
      <p:sp>
        <p:nvSpPr>
          <p:cNvPr id="12" name="页脚占位符 11"/>
          <p:cNvSpPr>
            <a:spLocks noGrp="1"/>
          </p:cNvSpPr>
          <p:nvPr>
            <p:ph type="ftr" sz="quarter" idx="11"/>
            <p:custDataLst>
              <p:tags r:id="rId6"/>
            </p:custDataLst>
          </p:nvPr>
        </p:nvSpPr>
        <p:spPr/>
        <p:txBody>
          <a:bodyPr/>
          <a:lstStyle/>
          <a:p>
            <a:endParaRPr lang="en-US"/>
          </a:p>
        </p:txBody>
      </p:sp>
      <p:sp>
        <p:nvSpPr>
          <p:cNvPr id="13" name="灯片编号占位符 12"/>
          <p:cNvSpPr>
            <a:spLocks noGrp="1"/>
          </p:cNvSpPr>
          <p:nvPr>
            <p:ph type="sldNum" sz="quarter" idx="12"/>
            <p:custDataLst>
              <p:tags r:id="rId7"/>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标题 9"/>
          <p:cNvSpPr>
            <a:spLocks noGrp="1"/>
          </p:cNvSpPr>
          <p:nvPr>
            <p:ph type="title" hasCustomPrompt="1"/>
            <p:custDataLst>
              <p:tags r:id="rId2"/>
            </p:custDataLst>
          </p:nvPr>
        </p:nvSpPr>
        <p:spPr>
          <a:xfrm>
            <a:off x="696595" y="360045"/>
            <a:ext cx="10799445" cy="864235"/>
          </a:xfrm>
        </p:spPr>
        <p:txBody>
          <a:bodyPr vert="horz" wrap="square" lIns="0" tIns="0" rIns="0" bIns="0" rtlCol="0" anchor="b">
            <a:normAutofit/>
          </a:bodyPr>
          <a:lstStyle>
            <a:lvl1pPr>
              <a:defRPr lang="en-US" dirty="0">
                <a:latin typeface="+mj-lt"/>
              </a:defRPr>
            </a:lvl1pPr>
          </a:lstStyle>
          <a:p>
            <a:pPr lvl="0"/>
            <a:r>
              <a:rPr lang="en-US" dirty="0">
                <a:latin typeface="+mj-lt"/>
              </a:rPr>
              <a:t>Click to add title</a:t>
            </a:r>
            <a:endParaRPr lang="en-US" dirty="0"/>
          </a:p>
        </p:txBody>
      </p:sp>
      <p:sp>
        <p:nvSpPr>
          <p:cNvPr id="11" name="文本占位符 10"/>
          <p:cNvSpPr>
            <a:spLocks noGrp="1"/>
          </p:cNvSpPr>
          <p:nvPr>
            <p:ph type="body" idx="1" hasCustomPrompt="1"/>
            <p:custDataLst>
              <p:tags r:id="rId3"/>
            </p:custDataLst>
          </p:nvPr>
        </p:nvSpPr>
        <p:spPr>
          <a:xfrm>
            <a:off x="695960" y="1301750"/>
            <a:ext cx="5323840" cy="411303"/>
          </a:xfrm>
        </p:spPr>
        <p:txBody>
          <a:bodyPr wrap="square" anchor="b">
            <a:norm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vl6pPr marL="2286000" indent="0">
              <a:buNone/>
              <a:defRPr sz="1600" b="1">
                <a:latin typeface="+mj-lt"/>
              </a:defRPr>
            </a:lvl6pPr>
            <a:lvl7pPr marL="2743200" indent="0">
              <a:buNone/>
              <a:defRPr sz="1600" b="1">
                <a:latin typeface="+mj-lt"/>
              </a:defRPr>
            </a:lvl7pPr>
            <a:lvl8pPr marL="3200400" indent="0">
              <a:buNone/>
              <a:defRPr sz="1600" b="1">
                <a:latin typeface="+mj-lt"/>
              </a:defRPr>
            </a:lvl8pPr>
            <a:lvl9pPr marL="3657600" indent="0">
              <a:buNone/>
              <a:defRPr sz="1600" b="1">
                <a:latin typeface="+mj-lt"/>
              </a:defRPr>
            </a:lvl9pPr>
          </a:lstStyle>
          <a:p>
            <a:pPr lvl="0"/>
            <a:r>
              <a:rPr lang="en-US" dirty="0">
                <a:latin typeface="+mj-lt"/>
              </a:rPr>
              <a:t>Click to add text</a:t>
            </a:r>
            <a:endParaRPr lang="en-US" dirty="0"/>
          </a:p>
        </p:txBody>
      </p:sp>
      <p:sp>
        <p:nvSpPr>
          <p:cNvPr id="12" name="内容占位符 11"/>
          <p:cNvSpPr>
            <a:spLocks noGrp="1"/>
          </p:cNvSpPr>
          <p:nvPr>
            <p:ph sz="half" idx="2" hasCustomPrompt="1"/>
            <p:custDataLst>
              <p:tags r:id="rId4"/>
            </p:custDataLst>
          </p:nvPr>
        </p:nvSpPr>
        <p:spPr>
          <a:xfrm>
            <a:off x="695960" y="1875099"/>
            <a:ext cx="5323840" cy="4300276"/>
          </a:xfrm>
        </p:spPr>
        <p:txBody>
          <a:bodyPr wrap="square">
            <a:normAutofit/>
          </a:bodyPr>
          <a:lstStyle>
            <a:lvl1pPr>
              <a:defRPr sz="2200">
                <a:latin typeface="+mn-lt"/>
              </a:defRPr>
            </a:lvl1pPr>
          </a:lstStyle>
          <a:p>
            <a:pPr lvl="0"/>
            <a:r>
              <a:rPr lang="en-US" dirty="0">
                <a:latin typeface="+mn-lt"/>
              </a:rPr>
              <a:t>Click to add text</a:t>
            </a:r>
            <a:endParaRPr lang="en-US" dirty="0"/>
          </a:p>
        </p:txBody>
      </p:sp>
      <p:sp>
        <p:nvSpPr>
          <p:cNvPr id="13" name="文本占位符 12"/>
          <p:cNvSpPr>
            <a:spLocks noGrp="1"/>
          </p:cNvSpPr>
          <p:nvPr>
            <p:ph type="body" sz="quarter" idx="3" hasCustomPrompt="1"/>
            <p:custDataLst>
              <p:tags r:id="rId5"/>
            </p:custDataLst>
          </p:nvPr>
        </p:nvSpPr>
        <p:spPr>
          <a:xfrm>
            <a:off x="6172200" y="1301750"/>
            <a:ext cx="5323840" cy="411303"/>
          </a:xfrm>
        </p:spPr>
        <p:txBody>
          <a:bodyPr wrap="square" anchor="b">
            <a:norm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vl6pPr marL="2286000" indent="0">
              <a:buNone/>
              <a:defRPr sz="1600" b="1">
                <a:latin typeface="+mj-lt"/>
              </a:defRPr>
            </a:lvl6pPr>
            <a:lvl7pPr marL="2743200" indent="0">
              <a:buNone/>
              <a:defRPr sz="1600" b="1">
                <a:latin typeface="+mj-lt"/>
              </a:defRPr>
            </a:lvl7pPr>
            <a:lvl8pPr marL="3200400" indent="0">
              <a:buNone/>
              <a:defRPr sz="1600" b="1">
                <a:latin typeface="+mj-lt"/>
              </a:defRPr>
            </a:lvl8pPr>
            <a:lvl9pPr marL="3657600" indent="0">
              <a:buNone/>
              <a:defRPr sz="1600" b="1">
                <a:latin typeface="+mj-lt"/>
              </a:defRPr>
            </a:lvl9pPr>
          </a:lstStyle>
          <a:p>
            <a:pPr lvl="0"/>
            <a:r>
              <a:rPr lang="en-US" dirty="0">
                <a:latin typeface="+mj-lt"/>
              </a:rPr>
              <a:t>Click to add text</a:t>
            </a:r>
            <a:endParaRPr lang="en-US" dirty="0"/>
          </a:p>
        </p:txBody>
      </p:sp>
      <p:sp>
        <p:nvSpPr>
          <p:cNvPr id="14" name="内容占位符 13"/>
          <p:cNvSpPr>
            <a:spLocks noGrp="1"/>
          </p:cNvSpPr>
          <p:nvPr>
            <p:ph sz="quarter" idx="4" hasCustomPrompt="1"/>
            <p:custDataLst>
              <p:tags r:id="rId6"/>
            </p:custDataLst>
          </p:nvPr>
        </p:nvSpPr>
        <p:spPr>
          <a:xfrm>
            <a:off x="6172200" y="1875099"/>
            <a:ext cx="5323840" cy="4300276"/>
          </a:xfrm>
        </p:spPr>
        <p:txBody>
          <a:bodyPr wrap="square">
            <a:normAutofit/>
          </a:bodyPr>
          <a:lstStyle>
            <a:lvl1pPr>
              <a:defRPr sz="2200">
                <a:latin typeface="+mn-lt"/>
              </a:defRPr>
            </a:lvl1pPr>
          </a:lstStyle>
          <a:p>
            <a:pPr lvl="0"/>
            <a:r>
              <a:rPr lang="en-US" dirty="0">
                <a:latin typeface="+mn-lt"/>
              </a:rPr>
              <a:t>Click to add text</a:t>
            </a:r>
            <a:endParaRPr lang="en-US" dirty="0"/>
          </a:p>
        </p:txBody>
      </p:sp>
      <p:sp>
        <p:nvSpPr>
          <p:cNvPr id="15" name="日期占位符 14"/>
          <p:cNvSpPr>
            <a:spLocks noGrp="1"/>
          </p:cNvSpPr>
          <p:nvPr>
            <p:ph type="dt" sz="half" idx="10"/>
            <p:custDataLst>
              <p:tags r:id="rId7"/>
            </p:custDataLst>
          </p:nvPr>
        </p:nvSpPr>
        <p:spPr/>
        <p:txBody>
          <a:bodyPr wrap="square">
            <a:normAutofit/>
          </a:bodyPr>
          <a:lstStyle/>
          <a:p>
            <a:r>
              <a:rPr lang="en-US"/>
              <a:t>Date Area</a:t>
            </a:r>
            <a:endParaRPr lang="en-US"/>
          </a:p>
        </p:txBody>
      </p:sp>
      <p:sp>
        <p:nvSpPr>
          <p:cNvPr id="16" name="页脚占位符 15"/>
          <p:cNvSpPr>
            <a:spLocks noGrp="1"/>
          </p:cNvSpPr>
          <p:nvPr>
            <p:ph type="ftr" sz="quarter" idx="11"/>
            <p:custDataLst>
              <p:tags r:id="rId8"/>
            </p:custDataLst>
          </p:nvPr>
        </p:nvSpPr>
        <p:spPr/>
        <p:txBody>
          <a:bodyPr/>
          <a:lstStyle/>
          <a:p>
            <a:endParaRPr lang="en-US"/>
          </a:p>
        </p:txBody>
      </p:sp>
      <p:sp>
        <p:nvSpPr>
          <p:cNvPr id="17" name="灯片编号占位符 16"/>
          <p:cNvSpPr>
            <a:spLocks noGrp="1"/>
          </p:cNvSpPr>
          <p:nvPr>
            <p:ph type="sldNum" sz="quarter" idx="12"/>
            <p:custDataLst>
              <p:tags r:id="rId9"/>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p:txBody>
          <a:bodyPr/>
          <a:lstStyle/>
          <a:p>
            <a:r>
              <a:rPr lang="en-US" dirty="0">
                <a:latin typeface="+mj-lt"/>
                <a:sym typeface="+mn-ea"/>
              </a:rPr>
              <a:t>Click to add title</a:t>
            </a:r>
            <a:endParaRPr lang="zh-CN" altLang="en-US"/>
          </a:p>
        </p:txBody>
      </p:sp>
      <p:sp>
        <p:nvSpPr>
          <p:cNvPr id="3" name="日期占位符 2"/>
          <p:cNvSpPr>
            <a:spLocks noGrp="1"/>
          </p:cNvSpPr>
          <p:nvPr>
            <p:ph type="dt" sz="half" idx="10"/>
            <p:custDataLst>
              <p:tags r:id="rId3"/>
            </p:custDataLst>
          </p:nvPr>
        </p:nvSpPr>
        <p:spPr/>
        <p:txBody>
          <a:bodyPr/>
          <a:lstStyle/>
          <a:p>
            <a:r>
              <a:rPr lang="en-US"/>
              <a:t>Date Area</a:t>
            </a:r>
            <a:endParaRPr lang="en-US"/>
          </a:p>
        </p:txBody>
      </p:sp>
      <p:sp>
        <p:nvSpPr>
          <p:cNvPr id="4" name="页脚占位符 3"/>
          <p:cNvSpPr>
            <a:spLocks noGrp="1"/>
          </p:cNvSpPr>
          <p:nvPr>
            <p:ph type="ftr" sz="quarter" idx="11"/>
            <p:custDataLst>
              <p:tags r:id="rId4"/>
            </p:custDataLst>
          </p:nvPr>
        </p:nvSpPr>
        <p:spPr/>
        <p:txBody>
          <a:bodyPr/>
          <a:lstStyle/>
          <a:p>
            <a:endParaRPr lang="en-US" dirty="0"/>
          </a:p>
        </p:txBody>
      </p:sp>
      <p:sp>
        <p:nvSpPr>
          <p:cNvPr id="5" name="灯片编号占位符 4"/>
          <p:cNvSpPr>
            <a:spLocks noGrp="1"/>
          </p:cNvSpPr>
          <p:nvPr>
            <p:ph type="sldNum" sz="quarter" idx="12"/>
            <p:custDataLst>
              <p:tags r:id="rId5"/>
            </p:custDataLst>
          </p:nvPr>
        </p:nvSpPr>
        <p:spPr/>
        <p:txBody>
          <a:bodyPr/>
          <a:lstStyle/>
          <a:p>
            <a:fld id="{BE5F26B5-172A-4DC2-B0B7-181CFC56B87C}" type="slidenum">
              <a:rPr lang="en-US" smtClean="0"/>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95960" y="6356350"/>
            <a:ext cx="2743200" cy="365125"/>
          </a:xfrm>
          <a:prstGeom prst="rect">
            <a:avLst/>
          </a:prstGeom>
        </p:spPr>
        <p:txBody>
          <a:bodyPr wrap="square">
            <a:normAutofit/>
          </a:bodyPr>
          <a:lstStyle/>
          <a:p>
            <a:r>
              <a:rPr lang="en-US"/>
              <a:t>Date Area</a:t>
            </a:r>
            <a:endParaRPr lang="en-US"/>
          </a:p>
        </p:txBody>
      </p:sp>
      <p:sp>
        <p:nvSpPr>
          <p:cNvPr id="3" name="页脚占位符 2"/>
          <p:cNvSpPr>
            <a:spLocks noGrp="1"/>
          </p:cNvSpPr>
          <p:nvPr>
            <p:ph type="ftr" sz="quarter" idx="11"/>
            <p:custDataLst>
              <p:tags r:id="rId3"/>
            </p:custDataLst>
          </p:nvPr>
        </p:nvSpPr>
        <p:spPr>
          <a:xfrm>
            <a:off x="4038600" y="6356350"/>
            <a:ext cx="4114800" cy="365125"/>
          </a:xfrm>
          <a:prstGeom prst="rect">
            <a:avLst/>
          </a:prstGeom>
        </p:spPr>
        <p:txBody>
          <a:bodyPr/>
          <a:lstStyle/>
          <a:p>
            <a:endParaRPr lang="en-US"/>
          </a:p>
        </p:txBody>
      </p:sp>
      <p:sp>
        <p:nvSpPr>
          <p:cNvPr id="4" name="灯片编号占位符 3"/>
          <p:cNvSpPr>
            <a:spLocks noGrp="1"/>
          </p:cNvSpPr>
          <p:nvPr>
            <p:ph type="sldNum" sz="quarter" idx="12"/>
            <p:custDataLst>
              <p:tags r:id="rId4"/>
            </p:custDataLst>
          </p:nvPr>
        </p:nvSpPr>
        <p:spPr>
          <a:xfrm>
            <a:off x="8753983" y="6356350"/>
            <a:ext cx="2743200" cy="365125"/>
          </a:xfrm>
          <a:prstGeom prst="rect">
            <a:avLst/>
          </a:prstGeom>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Only">
    <p:spTree>
      <p:nvGrpSpPr>
        <p:cNvPr id="1" name=""/>
        <p:cNvGrpSpPr/>
        <p:nvPr/>
      </p:nvGrpSpPr>
      <p:grpSpPr>
        <a:xfrm>
          <a:off x="0" y="0"/>
          <a:ext cx="0" cy="0"/>
          <a:chOff x="0" y="0"/>
          <a:chExt cx="0" cy="0"/>
        </a:xfrm>
      </p:grpSpPr>
      <p:sp>
        <p:nvSpPr>
          <p:cNvPr id="2" name="内容占位符 1"/>
          <p:cNvSpPr>
            <a:spLocks noGrp="1"/>
          </p:cNvSpPr>
          <p:nvPr>
            <p:ph idx="1" hasCustomPrompt="1"/>
            <p:custDataLst>
              <p:tags r:id="rId2"/>
            </p:custDataLst>
          </p:nvPr>
        </p:nvSpPr>
        <p:spPr>
          <a:xfrm>
            <a:off x="695960" y="360045"/>
            <a:ext cx="10801985" cy="5817870"/>
          </a:xfrm>
        </p:spPr>
        <p:txBody>
          <a:bodyPr wrap="square">
            <a:normAutofit/>
          </a:bodyPr>
          <a:lstStyle/>
          <a:p>
            <a:pPr lvl="0"/>
            <a:r>
              <a:rPr lang="en-US" dirty="0">
                <a:latin typeface="+mn-lt"/>
              </a:rPr>
              <a:t>Click to add text</a:t>
            </a:r>
            <a:endParaRPr lang="en-US" dirty="0"/>
          </a:p>
        </p:txBody>
      </p:sp>
      <p:sp>
        <p:nvSpPr>
          <p:cNvPr id="7" name="日期占位符 2"/>
          <p:cNvSpPr>
            <a:spLocks noGrp="1"/>
          </p:cNvSpPr>
          <p:nvPr>
            <p:ph type="dt" sz="half" idx="10"/>
            <p:custDataLst>
              <p:tags r:id="rId3"/>
            </p:custDataLst>
          </p:nvPr>
        </p:nvSpPr>
        <p:spPr/>
        <p:txBody>
          <a:bodyPr wrap="square">
            <a:normAutofit/>
          </a:bodyPr>
          <a:lstStyle/>
          <a:p>
            <a:r>
              <a:rPr lang="en-US"/>
              <a:t>Date Area</a:t>
            </a:r>
            <a:endParaRPr lang="en-US"/>
          </a:p>
        </p:txBody>
      </p:sp>
      <p:sp>
        <p:nvSpPr>
          <p:cNvPr id="8" name="页脚占位符 3"/>
          <p:cNvSpPr>
            <a:spLocks noGrp="1"/>
          </p:cNvSpPr>
          <p:nvPr>
            <p:ph type="ftr" sz="quarter" idx="11"/>
            <p:custDataLst>
              <p:tags r:id="rId4"/>
            </p:custDataLst>
          </p:nvPr>
        </p:nvSpPr>
        <p:spPr/>
        <p:txBody>
          <a:bodyPr/>
          <a:lstStyle/>
          <a:p>
            <a:endParaRPr lang="en-US"/>
          </a:p>
        </p:txBody>
      </p:sp>
      <p:sp>
        <p:nvSpPr>
          <p:cNvPr id="9"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4" name="标题 3"/>
          <p:cNvSpPr>
            <a:spLocks noGrp="1"/>
          </p:cNvSpPr>
          <p:nvPr>
            <p:ph type="title" hasCustomPrompt="1"/>
            <p:custDataLst>
              <p:tags r:id="rId2"/>
            </p:custDataLst>
          </p:nvPr>
        </p:nvSpPr>
        <p:spPr>
          <a:xfrm>
            <a:off x="696595" y="360045"/>
            <a:ext cx="10798175" cy="864235"/>
          </a:xfrm>
        </p:spPr>
        <p:txBody>
          <a:bodyPr wrap="square">
            <a:normAutofit/>
          </a:bodyPr>
          <a:lstStyle/>
          <a:p>
            <a:r>
              <a:rPr lang="en-US" dirty="0">
                <a:latin typeface="+mj-lt"/>
              </a:rPr>
              <a:t>Click to add title</a:t>
            </a:r>
            <a:endParaRPr lang="en-US" dirty="0"/>
          </a:p>
        </p:txBody>
      </p:sp>
      <p:sp>
        <p:nvSpPr>
          <p:cNvPr id="5" name="文本占位符 4"/>
          <p:cNvSpPr>
            <a:spLocks noGrp="1"/>
          </p:cNvSpPr>
          <p:nvPr>
            <p:ph type="body" idx="1" hasCustomPrompt="1"/>
            <p:custDataLst>
              <p:tags r:id="rId3"/>
            </p:custDataLst>
          </p:nvPr>
        </p:nvSpPr>
        <p:spPr>
          <a:xfrm>
            <a:off x="695960" y="1301750"/>
            <a:ext cx="10799088" cy="405553"/>
          </a:xfrm>
        </p:spPr>
        <p:txBody>
          <a:bodyPr wrap="square" anchor="t">
            <a:normAutofit/>
          </a:bodyPr>
          <a:lstStyle>
            <a:lvl1pPr marL="0" indent="0">
              <a:buNone/>
              <a:defRPr sz="2400" b="0">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vl6pPr marL="2286000" indent="0">
              <a:buNone/>
              <a:defRPr sz="1600" b="1">
                <a:latin typeface="+mj-lt"/>
              </a:defRPr>
            </a:lvl6pPr>
            <a:lvl7pPr marL="2743200" indent="0">
              <a:buNone/>
              <a:defRPr sz="1600" b="1">
                <a:latin typeface="+mj-lt"/>
              </a:defRPr>
            </a:lvl7pPr>
            <a:lvl8pPr marL="3200400" indent="0">
              <a:buNone/>
              <a:defRPr sz="1600" b="1">
                <a:latin typeface="+mj-lt"/>
              </a:defRPr>
            </a:lvl8pPr>
            <a:lvl9pPr marL="3657600" indent="0">
              <a:buNone/>
              <a:defRPr sz="1600" b="1">
                <a:latin typeface="+mj-lt"/>
              </a:defRPr>
            </a:lvl9pPr>
          </a:lstStyle>
          <a:p>
            <a:r>
              <a:rPr lang="en-US" dirty="0">
                <a:latin typeface="+mj-lt"/>
              </a:rPr>
              <a:t>Click to add text</a:t>
            </a:r>
            <a:endParaRPr lang="en-US" dirty="0"/>
          </a:p>
        </p:txBody>
      </p:sp>
      <p:sp>
        <p:nvSpPr>
          <p:cNvPr id="6" name="日期占位符 3"/>
          <p:cNvSpPr>
            <a:spLocks noGrp="1"/>
          </p:cNvSpPr>
          <p:nvPr>
            <p:ph type="dt" sz="half" idx="10"/>
            <p:custDataLst>
              <p:tags r:id="rId4"/>
            </p:custDataLst>
          </p:nvPr>
        </p:nvSpPr>
        <p:spPr/>
        <p:txBody>
          <a:bodyPr wrap="square">
            <a:normAutofit/>
          </a:bodyPr>
          <a:lstStyle/>
          <a:p>
            <a:r>
              <a:rPr lang="en-US"/>
              <a:t>Date Area</a:t>
            </a:r>
            <a:endParaRPr lang="en-US"/>
          </a:p>
        </p:txBody>
      </p:sp>
      <p:sp>
        <p:nvSpPr>
          <p:cNvPr id="10" name="页脚占位符 4"/>
          <p:cNvSpPr>
            <a:spLocks noGrp="1"/>
          </p:cNvSpPr>
          <p:nvPr>
            <p:ph type="ftr" sz="quarter" idx="11"/>
            <p:custDataLst>
              <p:tags r:id="rId5"/>
            </p:custDataLst>
          </p:nvPr>
        </p:nvSpPr>
        <p:spPr/>
        <p:txBody>
          <a:bodyPr/>
          <a:lstStyle/>
          <a:p>
            <a:endParaRPr lang="en-US"/>
          </a:p>
        </p:txBody>
      </p:sp>
      <p:sp>
        <p:nvSpPr>
          <p:cNvPr id="11" name="灯片编号占位符 5"/>
          <p:cNvSpPr>
            <a:spLocks noGrp="1"/>
          </p:cNvSpPr>
          <p:nvPr>
            <p:ph type="sldNum" sz="quarter" idx="12"/>
            <p:custDataLst>
              <p:tags r:id="rId6"/>
            </p:custDataLst>
          </p:nvPr>
        </p:nvSpPr>
        <p:spPr/>
        <p:txBody>
          <a:bodyPr wrap="square">
            <a:normAutofit/>
          </a:bodyPr>
          <a:lstStyle/>
          <a:p>
            <a:fld id="{BE5F26B5-172A-4DC2-B0B7-181CFC56B87C}" type="slidenum">
              <a:rPr lang="en-US" smtClean="0"/>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showMasterSp="0" userDrawn="1">
  <p:cSld name="End Slide">
    <p:spTree>
      <p:nvGrpSpPr>
        <p:cNvPr id="1" name=""/>
        <p:cNvGrpSpPr/>
        <p:nvPr/>
      </p:nvGrpSpPr>
      <p:grpSpPr>
        <a:xfrm>
          <a:off x="0" y="0"/>
          <a:ext cx="0" cy="0"/>
          <a:chOff x="0" y="0"/>
          <a:chExt cx="0" cy="0"/>
        </a:xfrm>
      </p:grpSpPr>
      <p:sp>
        <p:nvSpPr>
          <p:cNvPr id="18" name="矩形 17"/>
          <p:cNvSpPr/>
          <p:nvPr>
            <p:custDataLst>
              <p:tags r:id="rId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任意多边形: 形状 9"/>
          <p:cNvSpPr/>
          <p:nvPr>
            <p:custDataLst>
              <p:tags r:id="rId3"/>
            </p:custDataLst>
          </p:nvPr>
        </p:nvSpPr>
        <p:spPr>
          <a:xfrm>
            <a:off x="0" y="5604589"/>
            <a:ext cx="1393076" cy="1253411"/>
          </a:xfrm>
          <a:custGeom>
            <a:avLst/>
            <a:gdLst>
              <a:gd name="connsiteX0" fmla="*/ 0 w 1774536"/>
              <a:gd name="connsiteY0" fmla="*/ 0 h 1596627"/>
              <a:gd name="connsiteX1" fmla="*/ 965024 w 1774536"/>
              <a:gd name="connsiteY1" fmla="*/ 0 h 1596627"/>
              <a:gd name="connsiteX2" fmla="*/ 1235136 w 1774536"/>
              <a:gd name="connsiteY2" fmla="*/ 155934 h 1596627"/>
              <a:gd name="connsiteX3" fmla="*/ 1732763 w 1774536"/>
              <a:gd name="connsiteY3" fmla="*/ 1017906 h 1596627"/>
              <a:gd name="connsiteX4" fmla="*/ 1732763 w 1774536"/>
              <a:gd name="connsiteY4" fmla="*/ 1329773 h 1596627"/>
              <a:gd name="connsiteX5" fmla="*/ 1578693 w 1774536"/>
              <a:gd name="connsiteY5" fmla="*/ 1596627 h 1596627"/>
              <a:gd name="connsiteX6" fmla="*/ 0 w 1774536"/>
              <a:gd name="connsiteY6" fmla="*/ 1596627 h 159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74536" h="1596627">
                <a:moveTo>
                  <a:pt x="0" y="0"/>
                </a:moveTo>
                <a:lnTo>
                  <a:pt x="965024" y="0"/>
                </a:lnTo>
                <a:cubicBezTo>
                  <a:pt x="1076458" y="0"/>
                  <a:pt x="1179401" y="59431"/>
                  <a:pt x="1235136" y="155934"/>
                </a:cubicBezTo>
                <a:lnTo>
                  <a:pt x="1732763" y="1017906"/>
                </a:lnTo>
                <a:cubicBezTo>
                  <a:pt x="1788461" y="1114408"/>
                  <a:pt x="1788461" y="1233270"/>
                  <a:pt x="1732763" y="1329773"/>
                </a:cubicBezTo>
                <a:lnTo>
                  <a:pt x="1578693" y="1596627"/>
                </a:lnTo>
                <a:lnTo>
                  <a:pt x="0" y="1596627"/>
                </a:lnTo>
                <a:close/>
              </a:path>
            </a:pathLst>
          </a:custGeom>
          <a:gradFill flip="none" rotWithShape="1">
            <a:gsLst>
              <a:gs pos="0">
                <a:schemeClr val="accent1">
                  <a:alpha val="0"/>
                </a:schemeClr>
              </a:gs>
              <a:gs pos="63000">
                <a:schemeClr val="accent1">
                  <a:alpha val="25000"/>
                </a:schemeClr>
              </a:gs>
            </a:gsLst>
            <a:lin ang="189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l">
              <a:buClrTx/>
              <a:buSzTx/>
              <a:buFontTx/>
            </a:pPr>
            <a:endParaRPr lang="en-US">
              <a:sym typeface="+mn-lt"/>
            </a:endParaRPr>
          </a:p>
        </p:txBody>
      </p:sp>
      <p:sp>
        <p:nvSpPr>
          <p:cNvPr id="14" name="任意多边形: 形状 13"/>
          <p:cNvSpPr/>
          <p:nvPr>
            <p:custDataLst>
              <p:tags r:id="rId4"/>
            </p:custDataLst>
          </p:nvPr>
        </p:nvSpPr>
        <p:spPr>
          <a:xfrm>
            <a:off x="7302921" y="0"/>
            <a:ext cx="4889079" cy="4634823"/>
          </a:xfrm>
          <a:custGeom>
            <a:avLst/>
            <a:gdLst>
              <a:gd name="connsiteX0" fmla="*/ 860827 w 4515263"/>
              <a:gd name="connsiteY0" fmla="*/ 0 h 4280448"/>
              <a:gd name="connsiteX1" fmla="*/ 4515263 w 4515263"/>
              <a:gd name="connsiteY1" fmla="*/ 0 h 4280448"/>
              <a:gd name="connsiteX2" fmla="*/ 4515263 w 4515263"/>
              <a:gd name="connsiteY2" fmla="*/ 4052484 h 4280448"/>
              <a:gd name="connsiteX3" fmla="*/ 4492015 w 4515263"/>
              <a:gd name="connsiteY3" fmla="*/ 4078891 h 4280448"/>
              <a:gd name="connsiteX4" fmla="*/ 4003859 w 4515263"/>
              <a:gd name="connsiteY4" fmla="*/ 4280448 h 4280448"/>
              <a:gd name="connsiteX5" fmla="*/ 1795825 w 4515263"/>
              <a:gd name="connsiteY5" fmla="*/ 4280448 h 4280448"/>
              <a:gd name="connsiteX6" fmla="*/ 1196689 w 4515263"/>
              <a:gd name="connsiteY6" fmla="*/ 3934525 h 4280448"/>
              <a:gd name="connsiteX7" fmla="*/ 92672 w 4515263"/>
              <a:gd name="connsiteY7" fmla="*/ 2022323 h 4280448"/>
              <a:gd name="connsiteX8" fmla="*/ 92672 w 4515263"/>
              <a:gd name="connsiteY8" fmla="*/ 1330476 h 4280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15263" h="4280448">
                <a:moveTo>
                  <a:pt x="860827" y="0"/>
                </a:moveTo>
                <a:lnTo>
                  <a:pt x="4515263" y="0"/>
                </a:lnTo>
                <a:lnTo>
                  <a:pt x="4515263" y="4052484"/>
                </a:lnTo>
                <a:lnTo>
                  <a:pt x="4492015" y="4078891"/>
                </a:lnTo>
                <a:cubicBezTo>
                  <a:pt x="4364071" y="4206287"/>
                  <a:pt x="4189262" y="4280448"/>
                  <a:pt x="4003859" y="4280448"/>
                </a:cubicBezTo>
                <a:lnTo>
                  <a:pt x="1795825" y="4280448"/>
                </a:lnTo>
                <a:cubicBezTo>
                  <a:pt x="1548701" y="4280448"/>
                  <a:pt x="1320250" y="4148607"/>
                  <a:pt x="1196689" y="3934525"/>
                </a:cubicBezTo>
                <a:lnTo>
                  <a:pt x="92672" y="2022323"/>
                </a:lnTo>
                <a:cubicBezTo>
                  <a:pt x="-30891" y="1808242"/>
                  <a:pt x="-30891" y="1544557"/>
                  <a:pt x="92672" y="1330476"/>
                </a:cubicBezTo>
                <a:close/>
              </a:path>
            </a:pathLst>
          </a:custGeom>
          <a:gradFill flip="none" rotWithShape="1">
            <a:gsLst>
              <a:gs pos="0">
                <a:schemeClr val="accent1">
                  <a:alpha val="5000"/>
                </a:schemeClr>
              </a:gs>
              <a:gs pos="33000">
                <a:schemeClr val="accent1">
                  <a:alpha val="25000"/>
                </a:schemeClr>
              </a:gs>
              <a:gs pos="99000">
                <a:schemeClr val="accent1"/>
              </a:gs>
            </a:gsLst>
            <a:lin ang="8100000" scaled="1"/>
            <a:tileRect/>
          </a:gradFill>
          <a:ln w="9525" cap="flat">
            <a:noFill/>
            <a:prstDash val="solid"/>
            <a:miter/>
          </a:ln>
        </p:spPr>
        <p:txBody>
          <a:bodyPr rtlCol="0" anchor="ctr">
            <a:noAutofit/>
          </a:bodyPr>
          <a:lstStyle/>
          <a:p>
            <a:pPr lvl="0" algn="l">
              <a:buClrTx/>
              <a:buSzTx/>
              <a:buFontTx/>
            </a:pPr>
            <a:endParaRPr lang="en-US">
              <a:sym typeface="+mn-lt"/>
            </a:endParaRPr>
          </a:p>
        </p:txBody>
      </p:sp>
      <p:sp>
        <p:nvSpPr>
          <p:cNvPr id="2" name="标题 1"/>
          <p:cNvSpPr>
            <a:spLocks noGrp="1"/>
          </p:cNvSpPr>
          <p:nvPr>
            <p:ph type="ctrTitle" hasCustomPrompt="1"/>
            <p:custDataLst>
              <p:tags r:id="rId5"/>
            </p:custDataLst>
          </p:nvPr>
        </p:nvSpPr>
        <p:spPr>
          <a:xfrm>
            <a:off x="1101724" y="1716633"/>
            <a:ext cx="5335203" cy="1988890"/>
          </a:xfrm>
          <a:prstGeom prst="rect">
            <a:avLst/>
          </a:prstGeom>
        </p:spPr>
        <p:txBody>
          <a:bodyPr wrap="square" anchor="b">
            <a:normAutofit/>
          </a:bodyPr>
          <a:lstStyle>
            <a:lvl1pPr algn="l">
              <a:lnSpc>
                <a:spcPct val="100000"/>
              </a:lnSpc>
              <a:defRPr sz="5400">
                <a:solidFill>
                  <a:schemeClr val="tx2"/>
                </a:solidFill>
                <a:latin typeface="+mj-lt"/>
              </a:defRPr>
            </a:lvl1pPr>
          </a:lstStyle>
          <a:p>
            <a:r>
              <a:rPr lang="en-US" dirty="0">
                <a:latin typeface="+mj-lt"/>
              </a:rPr>
              <a:t>Click to add title</a:t>
            </a:r>
            <a:endParaRPr lang="en-US" dirty="0"/>
          </a:p>
        </p:txBody>
      </p:sp>
      <p:sp>
        <p:nvSpPr>
          <p:cNvPr id="4" name="日期占位符 3"/>
          <p:cNvSpPr>
            <a:spLocks noGrp="1"/>
          </p:cNvSpPr>
          <p:nvPr>
            <p:ph type="dt" sz="half" idx="10"/>
            <p:custDataLst>
              <p:tags r:id="rId6"/>
            </p:custDataLst>
          </p:nvPr>
        </p:nvSpPr>
        <p:spPr>
          <a:xfrm>
            <a:off x="695960" y="6356350"/>
            <a:ext cx="2743200" cy="365125"/>
          </a:xfrm>
          <a:prstGeom prst="rect">
            <a:avLst/>
          </a:prstGeom>
        </p:spPr>
        <p:txBody>
          <a:bodyPr wrap="square">
            <a:normAutofit/>
          </a:bodyPr>
          <a:lstStyle/>
          <a:p>
            <a:r>
              <a:rPr lang="en-US"/>
              <a:t>Date Area</a:t>
            </a:r>
            <a:endParaRPr lang="en-US"/>
          </a:p>
        </p:txBody>
      </p:sp>
      <p:sp>
        <p:nvSpPr>
          <p:cNvPr id="5" name="页脚占位符 4"/>
          <p:cNvSpPr>
            <a:spLocks noGrp="1"/>
          </p:cNvSpPr>
          <p:nvPr>
            <p:ph type="ftr" sz="quarter" idx="11"/>
            <p:custDataLst>
              <p:tags r:id="rId7"/>
            </p:custDataLst>
          </p:nvPr>
        </p:nvSpPr>
        <p:spPr>
          <a:xfrm>
            <a:off x="4038600" y="6356350"/>
            <a:ext cx="4114800" cy="365125"/>
          </a:xfrm>
          <a:prstGeom prst="rect">
            <a:avLst/>
          </a:prstGeom>
        </p:spPr>
        <p:txBody>
          <a:bodyPr/>
          <a:lstStyle/>
          <a:p>
            <a:endParaRPr lang="en-US"/>
          </a:p>
        </p:txBody>
      </p:sp>
      <p:sp>
        <p:nvSpPr>
          <p:cNvPr id="6" name="灯片编号占位符 5"/>
          <p:cNvSpPr>
            <a:spLocks noGrp="1"/>
          </p:cNvSpPr>
          <p:nvPr>
            <p:ph type="sldNum" sz="quarter" idx="12"/>
            <p:custDataLst>
              <p:tags r:id="rId8"/>
            </p:custDataLst>
          </p:nvPr>
        </p:nvSpPr>
        <p:spPr>
          <a:xfrm>
            <a:off x="8610600" y="6356350"/>
            <a:ext cx="2743200" cy="365125"/>
          </a:xfrm>
          <a:prstGeom prst="rect">
            <a:avLst/>
          </a:prstGeom>
        </p:spPr>
        <p:txBody>
          <a:bodyPr wrap="square">
            <a:normAutofit/>
          </a:bodyPr>
          <a:lstStyle/>
          <a:p>
            <a:fld id="{BE5F26B5-172A-4DC2-B0B7-181CFC56B87C}" type="slidenum">
              <a:rPr lang="en-US" smtClean="0"/>
            </a:fld>
            <a:endParaRPr lang="en-US"/>
          </a:p>
        </p:txBody>
      </p:sp>
      <p:sp>
        <p:nvSpPr>
          <p:cNvPr id="24" name="署名占位符 10"/>
          <p:cNvSpPr>
            <a:spLocks noGrp="1"/>
          </p:cNvSpPr>
          <p:nvPr>
            <p:ph type="body" sz="quarter" idx="17" hasCustomPrompt="1"/>
            <p:custDataLst>
              <p:tags r:id="rId9"/>
            </p:custDataLst>
          </p:nvPr>
        </p:nvSpPr>
        <p:spPr>
          <a:xfrm>
            <a:off x="1101724" y="3915752"/>
            <a:ext cx="2880000" cy="504000"/>
          </a:xfrm>
          <a:prstGeom prst="roundRect">
            <a:avLst/>
          </a:prstGeom>
          <a:gradFill>
            <a:gsLst>
              <a:gs pos="0">
                <a:schemeClr val="accent1"/>
              </a:gs>
              <a:gs pos="75000">
                <a:schemeClr val="accent1">
                  <a:lumMod val="75000"/>
                </a:schemeClr>
              </a:gs>
            </a:gsLst>
            <a:lin ang="0" scaled="1"/>
          </a:gradFill>
        </p:spPr>
        <p:txBody>
          <a:bodyPr wrap="square" anchor="ctr">
            <a:normAutofit/>
          </a:bodyPr>
          <a:lstStyle>
            <a:lvl1pPr marL="0" indent="0" algn="ctr">
              <a:lnSpc>
                <a:spcPct val="100000"/>
              </a:lnSpc>
              <a:buNone/>
              <a:defRPr sz="1600">
                <a:solidFill>
                  <a:srgbClr val="FFFFFF"/>
                </a:solidFill>
                <a:latin typeface="+mn-lt"/>
              </a:defRPr>
            </a:lvl1pPr>
          </a:lstStyle>
          <a:p>
            <a:pPr lvl="0"/>
            <a:r>
              <a:rPr lang="en-US" dirty="0">
                <a:latin typeface="+mn-lt"/>
              </a:rPr>
              <a:t>Click to add text</a:t>
            </a:r>
            <a:endParaRPr lang="en-US" dirty="0"/>
          </a:p>
        </p:txBody>
      </p:sp>
      <p:pic>
        <p:nvPicPr>
          <p:cNvPr id="23" name="图片 22"/>
          <p:cNvPicPr>
            <a:picLocks noChangeAspect="1"/>
          </p:cNvPicPr>
          <p:nvPr>
            <p:custDataLst>
              <p:tags r:id="rId10"/>
            </p:custDataLst>
          </p:nvPr>
        </p:nvPicPr>
        <p:blipFill rotWithShape="1">
          <a:blip r:embed="rId11" cstate="print">
            <a:extLst>
              <a:ext uri="{28A0092B-C50C-407E-A947-70E740481C1C}">
                <a14:useLocalDpi xmlns:a14="http://schemas.microsoft.com/office/drawing/2010/main" val="0"/>
              </a:ext>
            </a:extLst>
          </a:blip>
          <a:srcRect l="11888" t="24134" r="9591" b="14699"/>
          <a:stretch>
            <a:fillRect/>
          </a:stretch>
        </p:blipFill>
        <p:spPr>
          <a:xfrm>
            <a:off x="6869713" y="1599387"/>
            <a:ext cx="4889500" cy="3808813"/>
          </a:xfrm>
          <a:prstGeom prst="rect">
            <a:avLst/>
          </a:prstGeom>
        </p:spPr>
      </p:pic>
      <p:pic>
        <p:nvPicPr>
          <p:cNvPr id="26" name="图片 25"/>
          <p:cNvPicPr>
            <a:picLocks noChangeAspect="1"/>
          </p:cNvPicPr>
          <p:nvPr>
            <p:custDataLst>
              <p:tags r:id="rId12"/>
            </p:custDataLst>
          </p:nvPr>
        </p:nvPicPr>
        <p:blipFill>
          <a:blip r:embed="rId13">
            <a:extLst>
              <a:ext uri="{BEBA8EAE-BF5A-486C-A8C5-ECC9F3942E4B}">
                <a14:imgProps xmlns:a14="http://schemas.microsoft.com/office/drawing/2010/main">
                  <a14:imgLayer r:embed="rId14">
                    <a14:imgEffect>
                      <a14:brightnessContrast bright="2000" contrast="2000"/>
                    </a14:imgEffect>
                    <a14:imgEffect>
                      <a14:saturation sat="120000"/>
                    </a14:imgEffect>
                  </a14:imgLayer>
                </a14:imgProps>
              </a:ext>
              <a:ext uri="{28A0092B-C50C-407E-A947-70E740481C1C}">
                <a14:useLocalDpi xmlns:a14="http://schemas.microsoft.com/office/drawing/2010/main" val="0"/>
              </a:ext>
            </a:extLst>
          </a:blip>
          <a:stretch>
            <a:fillRect/>
          </a:stretch>
        </p:blipFill>
        <p:spPr>
          <a:xfrm>
            <a:off x="10631139" y="1038097"/>
            <a:ext cx="722661" cy="744169"/>
          </a:xfrm>
          <a:prstGeom prst="rect">
            <a:avLst/>
          </a:prstGeom>
        </p:spPr>
      </p:pic>
      <p:pic>
        <p:nvPicPr>
          <p:cNvPr id="28" name="图片 27"/>
          <p:cNvPicPr>
            <a:picLocks noChangeAspect="1"/>
          </p:cNvPicPr>
          <p:nvPr>
            <p:custDataLst>
              <p:tags r:id="rId15"/>
            </p:custDataLst>
          </p:nvPr>
        </p:nvPicPr>
        <p:blipFill>
          <a:blip r:embed="rId16" cstate="print">
            <a:extLst>
              <a:ext uri="{28A0092B-C50C-407E-A947-70E740481C1C}">
                <a14:useLocalDpi xmlns:a14="http://schemas.microsoft.com/office/drawing/2010/main" val="0"/>
              </a:ext>
            </a:extLst>
          </a:blip>
          <a:stretch>
            <a:fillRect/>
          </a:stretch>
        </p:blipFill>
        <p:spPr>
          <a:xfrm>
            <a:off x="6819899" y="4084958"/>
            <a:ext cx="406321" cy="501129"/>
          </a:xfrm>
          <a:prstGeom prst="rect">
            <a:avLst/>
          </a:prstGeom>
        </p:spPr>
      </p:pic>
      <p:sp>
        <p:nvSpPr>
          <p:cNvPr id="7" name="椭圆 6"/>
          <p:cNvSpPr/>
          <p:nvPr>
            <p:custDataLst>
              <p:tags r:id="rId17"/>
            </p:custDataLst>
          </p:nvPr>
        </p:nvSpPr>
        <p:spPr>
          <a:xfrm>
            <a:off x="1090348"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椭圆 7"/>
          <p:cNvSpPr/>
          <p:nvPr>
            <p:custDataLst>
              <p:tags r:id="rId18"/>
            </p:custDataLst>
          </p:nvPr>
        </p:nvSpPr>
        <p:spPr>
          <a:xfrm>
            <a:off x="1229652"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椭圆 8"/>
          <p:cNvSpPr/>
          <p:nvPr>
            <p:custDataLst>
              <p:tags r:id="rId19"/>
            </p:custDataLst>
          </p:nvPr>
        </p:nvSpPr>
        <p:spPr>
          <a:xfrm>
            <a:off x="1368955" y="1201756"/>
            <a:ext cx="88370" cy="8837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1" Type="http://schemas.openxmlformats.org/officeDocument/2006/relationships/theme" Target="../theme/theme2.xml"/><Relationship Id="rId20" Type="http://schemas.openxmlformats.org/officeDocument/2006/relationships/tags" Target="../tags/tag154.xml"/><Relationship Id="rId2" Type="http://schemas.openxmlformats.org/officeDocument/2006/relationships/slideLayout" Target="../slideLayouts/slideLayout13.xml"/><Relationship Id="rId19" Type="http://schemas.openxmlformats.org/officeDocument/2006/relationships/tags" Target="../tags/tag153.xml"/><Relationship Id="rId18" Type="http://schemas.openxmlformats.org/officeDocument/2006/relationships/tags" Target="../tags/tag152.xml"/><Relationship Id="rId17" Type="http://schemas.openxmlformats.org/officeDocument/2006/relationships/tags" Target="../tags/tag151.xml"/><Relationship Id="rId16" Type="http://schemas.openxmlformats.org/officeDocument/2006/relationships/tags" Target="../tags/tag150.xml"/><Relationship Id="rId15" Type="http://schemas.openxmlformats.org/officeDocument/2006/relationships/tags" Target="../tags/tag149.xml"/><Relationship Id="rId14" Type="http://schemas.openxmlformats.org/officeDocument/2006/relationships/tags" Target="../tags/tag148.xml"/><Relationship Id="rId13" Type="http://schemas.openxmlformats.org/officeDocument/2006/relationships/tags" Target="../tags/tag147.xml"/><Relationship Id="rId12" Type="http://schemas.openxmlformats.org/officeDocument/2006/relationships/tags" Target="../tags/tag146.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10" name="矩形 9"/>
          <p:cNvSpPr/>
          <p:nvPr>
            <p:custDataLst>
              <p:tags r:id="rId12"/>
            </p:custDataLst>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endParaRPr>
          </a:p>
        </p:txBody>
      </p:sp>
      <p:sp>
        <p:nvSpPr>
          <p:cNvPr id="20" name="任意多边形: 形状 19"/>
          <p:cNvSpPr/>
          <p:nvPr>
            <p:custDataLst>
              <p:tags r:id="rId13"/>
            </p:custDataLst>
          </p:nvPr>
        </p:nvSpPr>
        <p:spPr>
          <a:xfrm flipV="1">
            <a:off x="11028880" y="5830383"/>
            <a:ext cx="1163120" cy="1027617"/>
          </a:xfrm>
          <a:custGeom>
            <a:avLst/>
            <a:gdLst>
              <a:gd name="connsiteX0" fmla="*/ 824843 w 1732916"/>
              <a:gd name="connsiteY0" fmla="*/ 1531031 h 1531031"/>
              <a:gd name="connsiteX1" fmla="*/ 1732916 w 1732916"/>
              <a:gd name="connsiteY1" fmla="*/ 1531031 h 1531031"/>
              <a:gd name="connsiteX2" fmla="*/ 1732916 w 1732916"/>
              <a:gd name="connsiteY2" fmla="*/ 0 h 1531031"/>
              <a:gd name="connsiteX3" fmla="*/ 144223 w 1732916"/>
              <a:gd name="connsiteY3" fmla="*/ 0 h 1531031"/>
              <a:gd name="connsiteX4" fmla="*/ 42565 w 1732916"/>
              <a:gd name="connsiteY4" fmla="*/ 176076 h 1531031"/>
              <a:gd name="connsiteX5" fmla="*/ 42565 w 1732916"/>
              <a:gd name="connsiteY5" fmla="*/ 493849 h 1531031"/>
              <a:gd name="connsiteX6" fmla="*/ 549653 w 1732916"/>
              <a:gd name="connsiteY6" fmla="*/ 1372145 h 1531031"/>
              <a:gd name="connsiteX7" fmla="*/ 824843 w 1732916"/>
              <a:gd name="connsiteY7" fmla="*/ 1531031 h 1531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2916" h="1531031">
                <a:moveTo>
                  <a:pt x="824843" y="1531031"/>
                </a:moveTo>
                <a:lnTo>
                  <a:pt x="1732916" y="1531031"/>
                </a:lnTo>
                <a:lnTo>
                  <a:pt x="1732916" y="0"/>
                </a:lnTo>
                <a:lnTo>
                  <a:pt x="144223" y="0"/>
                </a:lnTo>
                <a:lnTo>
                  <a:pt x="42565" y="176076"/>
                </a:lnTo>
                <a:cubicBezTo>
                  <a:pt x="-14189" y="274406"/>
                  <a:pt x="-14189" y="395519"/>
                  <a:pt x="42565" y="493849"/>
                </a:cubicBezTo>
                <a:lnTo>
                  <a:pt x="549653" y="1372145"/>
                </a:lnTo>
                <a:cubicBezTo>
                  <a:pt x="606406" y="1470475"/>
                  <a:pt x="711336" y="1531031"/>
                  <a:pt x="824843" y="1531031"/>
                </a:cubicBezTo>
                <a:close/>
              </a:path>
            </a:pathLst>
          </a:custGeom>
          <a:gradFill flip="none" rotWithShape="1">
            <a:gsLst>
              <a:gs pos="100000">
                <a:schemeClr val="accent1">
                  <a:alpha val="0"/>
                </a:schemeClr>
              </a:gs>
              <a:gs pos="47000">
                <a:schemeClr val="accent1">
                  <a:alpha val="25000"/>
                </a:schemeClr>
              </a:gs>
            </a:gsLst>
            <a:lin ang="189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l">
              <a:buClrTx/>
              <a:buSzTx/>
              <a:buFontTx/>
            </a:pPr>
            <a:endParaRPr lang="en-US">
              <a:latin typeface="Arial" panose="020B0604020202020204" pitchFamily="34" charset="0"/>
              <a:sym typeface="Arial" panose="020B0604020202020204" pitchFamily="34" charset="0"/>
            </a:endParaRPr>
          </a:p>
        </p:txBody>
      </p:sp>
      <p:sp>
        <p:nvSpPr>
          <p:cNvPr id="13" name="任意多边形: 形状 12"/>
          <p:cNvSpPr/>
          <p:nvPr>
            <p:custDataLst>
              <p:tags r:id="rId14"/>
            </p:custDataLst>
          </p:nvPr>
        </p:nvSpPr>
        <p:spPr>
          <a:xfrm>
            <a:off x="0" y="0"/>
            <a:ext cx="1155779" cy="782190"/>
          </a:xfrm>
          <a:custGeom>
            <a:avLst/>
            <a:gdLst>
              <a:gd name="connsiteX0" fmla="*/ 0 w 1272801"/>
              <a:gd name="connsiteY0" fmla="*/ 0 h 861387"/>
              <a:gd name="connsiteX1" fmla="*/ 1263639 w 1272801"/>
              <a:gd name="connsiteY1" fmla="*/ 0 h 861387"/>
              <a:gd name="connsiteX2" fmla="*/ 1265668 w 1272801"/>
              <a:gd name="connsiteY2" fmla="*/ 4913 h 861387"/>
              <a:gd name="connsiteX3" fmla="*/ 1244268 w 1272801"/>
              <a:gd name="connsiteY3" fmla="*/ 166110 h 861387"/>
              <a:gd name="connsiteX4" fmla="*/ 904340 w 1272801"/>
              <a:gd name="connsiteY4" fmla="*/ 754877 h 861387"/>
              <a:gd name="connsiteX5" fmla="*/ 719866 w 1272801"/>
              <a:gd name="connsiteY5" fmla="*/ 861387 h 861387"/>
              <a:gd name="connsiteX6" fmla="*/ 40011 w 1272801"/>
              <a:gd name="connsiteY6" fmla="*/ 861387 h 861387"/>
              <a:gd name="connsiteX7" fmla="*/ 0 w 1272801"/>
              <a:gd name="connsiteY7" fmla="*/ 856079 h 861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72801" h="861387">
                <a:moveTo>
                  <a:pt x="0" y="0"/>
                </a:moveTo>
                <a:lnTo>
                  <a:pt x="1263639" y="0"/>
                </a:lnTo>
                <a:lnTo>
                  <a:pt x="1265668" y="4913"/>
                </a:lnTo>
                <a:cubicBezTo>
                  <a:pt x="1279935" y="58645"/>
                  <a:pt x="1272801" y="116673"/>
                  <a:pt x="1244268" y="166110"/>
                </a:cubicBezTo>
                <a:lnTo>
                  <a:pt x="904340" y="754877"/>
                </a:lnTo>
                <a:cubicBezTo>
                  <a:pt x="866296" y="820793"/>
                  <a:pt x="795981" y="861387"/>
                  <a:pt x="719866" y="861387"/>
                </a:cubicBezTo>
                <a:lnTo>
                  <a:pt x="40011" y="861387"/>
                </a:lnTo>
                <a:lnTo>
                  <a:pt x="0" y="856079"/>
                </a:lnTo>
                <a:close/>
              </a:path>
            </a:pathLst>
          </a:custGeom>
          <a:gradFill flip="none" rotWithShape="1">
            <a:gsLst>
              <a:gs pos="0">
                <a:schemeClr val="accent1">
                  <a:alpha val="0"/>
                </a:schemeClr>
              </a:gs>
              <a:gs pos="63000">
                <a:schemeClr val="accent1">
                  <a:alpha val="25000"/>
                </a:schemeClr>
              </a:gs>
            </a:gsLst>
            <a:lin ang="15000000" scaled="1"/>
            <a:tileRect/>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lgn="l">
              <a:buClrTx/>
              <a:buSzTx/>
              <a:buFontTx/>
            </a:pPr>
            <a:endParaRPr lang="en-US">
              <a:latin typeface="Arial" panose="020B0604020202020204" pitchFamily="34" charset="0"/>
              <a:sym typeface="Arial" panose="020B0604020202020204" pitchFamily="34" charset="0"/>
            </a:endParaRPr>
          </a:p>
        </p:txBody>
      </p:sp>
      <p:sp>
        <p:nvSpPr>
          <p:cNvPr id="7" name="标题占位符 1"/>
          <p:cNvSpPr>
            <a:spLocks noGrp="1"/>
          </p:cNvSpPr>
          <p:nvPr>
            <p:ph type="title"/>
            <p:custDataLst>
              <p:tags r:id="rId15"/>
            </p:custDataLst>
          </p:nvPr>
        </p:nvSpPr>
        <p:spPr>
          <a:xfrm>
            <a:off x="695960" y="360000"/>
            <a:ext cx="10800000" cy="720000"/>
          </a:xfrm>
          <a:prstGeom prst="rect">
            <a:avLst/>
          </a:prstGeom>
        </p:spPr>
        <p:txBody>
          <a:bodyPr vert="horz" wrap="square" lIns="0" tIns="0" rIns="0" bIns="0" rtlCol="0" anchor="b">
            <a:normAutofit/>
          </a:bodyPr>
          <a:lstStyle/>
          <a:p>
            <a:r>
              <a:rPr lang="en-US" dirty="0">
                <a:latin typeface="+mj-lt"/>
              </a:rPr>
              <a:t>Click to add title</a:t>
            </a:r>
            <a:endParaRPr lang="en-US" dirty="0"/>
          </a:p>
        </p:txBody>
      </p:sp>
      <p:sp>
        <p:nvSpPr>
          <p:cNvPr id="9" name="文本占位符 8"/>
          <p:cNvSpPr>
            <a:spLocks noGrp="1"/>
          </p:cNvSpPr>
          <p:nvPr>
            <p:ph type="body" idx="1"/>
            <p:custDataLst>
              <p:tags r:id="rId16"/>
            </p:custDataLst>
          </p:nvPr>
        </p:nvSpPr>
        <p:spPr>
          <a:xfrm>
            <a:off x="695960" y="1301749"/>
            <a:ext cx="10800000" cy="4873625"/>
          </a:xfrm>
          <a:prstGeom prst="rect">
            <a:avLst/>
          </a:prstGeom>
        </p:spPr>
        <p:txBody>
          <a:bodyPr vert="horz" wrap="square" lIns="0" tIns="0" rIns="0" bIns="0" rtlCol="0">
            <a:normAutofit/>
          </a:bodyPr>
          <a:lstStyle/>
          <a:p>
            <a:pPr lvl="0"/>
            <a:r>
              <a:rPr lang="en-US" dirty="0">
                <a:latin typeface="+mn-lt"/>
              </a:rPr>
              <a:t>Click to add text</a:t>
            </a:r>
            <a:endParaRPr lang="en-US" dirty="0"/>
          </a:p>
        </p:txBody>
      </p:sp>
      <p:sp>
        <p:nvSpPr>
          <p:cNvPr id="11" name="日期占位符 10"/>
          <p:cNvSpPr>
            <a:spLocks noGrp="1"/>
          </p:cNvSpPr>
          <p:nvPr>
            <p:ph type="dt" sz="half" idx="2"/>
            <p:custDataLst>
              <p:tags r:id="rId17"/>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latin typeface="Arial" panose="020B0604020202020204" pitchFamily="34" charset="0"/>
              </a:defRPr>
            </a:lvl1pPr>
          </a:lstStyle>
          <a:p>
            <a:r>
              <a:rPr lang="en-US"/>
              <a:t>Date Area</a:t>
            </a:r>
            <a:endParaRPr lang="en-US"/>
          </a:p>
        </p:txBody>
      </p:sp>
      <p:sp>
        <p:nvSpPr>
          <p:cNvPr id="12" name="页脚占位符 11"/>
          <p:cNvSpPr>
            <a:spLocks noGrp="1"/>
          </p:cNvSpPr>
          <p:nvPr>
            <p:ph type="ftr" sz="quarter" idx="3"/>
            <p:custDataLst>
              <p:tags r:id="rId18"/>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latin typeface="Arial" panose="020B0604020202020204" pitchFamily="34" charset="0"/>
              </a:defRPr>
            </a:lvl1pPr>
          </a:lstStyle>
          <a:p>
            <a:endParaRPr lang="en-US" dirty="0"/>
          </a:p>
        </p:txBody>
      </p:sp>
      <p:sp>
        <p:nvSpPr>
          <p:cNvPr id="14" name="灯片编号占位符 13"/>
          <p:cNvSpPr>
            <a:spLocks noGrp="1"/>
          </p:cNvSpPr>
          <p:nvPr>
            <p:ph type="sldNum" sz="quarter" idx="4"/>
            <p:custDataLst>
              <p:tags r:id="rId19"/>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latin typeface="Arial" panose="020B0604020202020204" pitchFamily="34" charset="0"/>
              </a:defRPr>
            </a:lvl1pPr>
          </a:lstStyle>
          <a:p>
            <a:fld id="{BE5F26B5-172A-4DC2-B0B7-181CFC56B87C}" type="slidenum">
              <a:rPr lang="en-US" smtClean="0"/>
            </a:fld>
            <a:endParaRPr lang="en-US"/>
          </a:p>
        </p:txBody>
      </p:sp>
      <p:sp>
        <p:nvSpPr>
          <p:cNvPr id="2" name="KSO_TEMPLATE" hidden="1"/>
          <p:cNvSpPr/>
          <p:nvPr>
            <p:custDataLst>
              <p:tags r:id="rId20"/>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100000"/>
        </a:lnSpc>
        <a:spcBef>
          <a:spcPct val="0"/>
        </a:spcBef>
        <a:buNone/>
        <a:defRPr sz="3200" b="1" kern="1200">
          <a:solidFill>
            <a:schemeClr val="tx2"/>
          </a:solidFill>
          <a:latin typeface="Arial" panose="020B0604020202020204" pitchFamily="34" charset="0"/>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2"/>
          </a:solidFill>
          <a:latin typeface="Arial" panose="020B0604020202020204" pitchFamily="34" charset="0"/>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2"/>
          </a:solidFill>
          <a:latin typeface="+mn-lt"/>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2"/>
          </a:solidFill>
          <a:latin typeface="+mn-lt"/>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2"/>
          </a:solidFill>
          <a:latin typeface="+mn-lt"/>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2"/>
          </a:solidFill>
          <a:latin typeface="+mn-lt"/>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2.xml"/><Relationship Id="rId3" Type="http://schemas.openxmlformats.org/officeDocument/2006/relationships/tags" Target="../tags/tag157.xml"/><Relationship Id="rId2" Type="http://schemas.openxmlformats.org/officeDocument/2006/relationships/tags" Target="../tags/tag156.xml"/><Relationship Id="rId1" Type="http://schemas.openxmlformats.org/officeDocument/2006/relationships/tags" Target="../tags/tag155.xml"/></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tags" Target="../tags/tag161.xml"/><Relationship Id="rId3" Type="http://schemas.openxmlformats.org/officeDocument/2006/relationships/tags" Target="../tags/tag160.xml"/><Relationship Id="rId2" Type="http://schemas.openxmlformats.org/officeDocument/2006/relationships/tags" Target="../tags/tag159.xml"/><Relationship Id="rId1" Type="http://schemas.openxmlformats.org/officeDocument/2006/relationships/tags" Target="../tags/tag158.xml"/></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tags" Target="../tags/tag165.xml"/><Relationship Id="rId3" Type="http://schemas.openxmlformats.org/officeDocument/2006/relationships/tags" Target="../tags/tag164.xml"/><Relationship Id="rId2" Type="http://schemas.openxmlformats.org/officeDocument/2006/relationships/tags" Target="../tags/tag163.xml"/><Relationship Id="rId1" Type="http://schemas.openxmlformats.org/officeDocument/2006/relationships/tags" Target="../tags/tag162.xml"/></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tags" Target="../tags/tag169.xml"/><Relationship Id="rId3" Type="http://schemas.openxmlformats.org/officeDocument/2006/relationships/tags" Target="../tags/tag168.xml"/><Relationship Id="rId2" Type="http://schemas.openxmlformats.org/officeDocument/2006/relationships/tags" Target="../tags/tag167.xml"/><Relationship Id="rId1" Type="http://schemas.openxmlformats.org/officeDocument/2006/relationships/tags" Target="../tags/tag166.xml"/></Relationships>
</file>

<file path=ppt/slides/_rels/slide5.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tags" Target="../tags/tag173.xml"/><Relationship Id="rId3" Type="http://schemas.openxmlformats.org/officeDocument/2006/relationships/tags" Target="../tags/tag172.xml"/><Relationship Id="rId2" Type="http://schemas.openxmlformats.org/officeDocument/2006/relationships/tags" Target="../tags/tag171.xml"/><Relationship Id="rId1" Type="http://schemas.openxmlformats.org/officeDocument/2006/relationships/tags" Target="../tags/tag170.xml"/></Relationships>
</file>

<file path=ppt/slides/_rels/slide6.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tags" Target="../tags/tag177.xml"/><Relationship Id="rId3" Type="http://schemas.openxmlformats.org/officeDocument/2006/relationships/tags" Target="../tags/tag176.xml"/><Relationship Id="rId2" Type="http://schemas.openxmlformats.org/officeDocument/2006/relationships/tags" Target="../tags/tag175.xml"/><Relationship Id="rId1" Type="http://schemas.openxmlformats.org/officeDocument/2006/relationships/tags" Target="../tags/tag174.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79.xml"/><Relationship Id="rId1" Type="http://schemas.openxmlformats.org/officeDocument/2006/relationships/tags" Target="../tags/tag17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p:cNvSpPr>
            <a:spLocks noGrp="1"/>
          </p:cNvSpPr>
          <p:nvPr>
            <p:ph type="ctrTitle"/>
            <p:custDataLst>
              <p:tags r:id="rId1"/>
            </p:custDataLst>
          </p:nvPr>
        </p:nvSpPr>
        <p:spPr/>
        <p:txBody>
          <a:bodyPr/>
          <a:lstStyle/>
          <a:p>
            <a:pPr marL="0" indent="0" algn="l">
              <a:lnSpc>
                <a:spcPct val="100000"/>
              </a:lnSpc>
              <a:spcBef>
                <a:spcPts val="0"/>
              </a:spcBef>
              <a:spcAft>
                <a:spcPts val="0"/>
              </a:spcAft>
              <a:buSzPct val="100000"/>
            </a:pPr>
            <a:r>
              <a:rPr lang="en-US" altLang="en-US" sz="4700" b="1">
                <a:latin typeface="Times New Roman" panose="02020603050405020304" charset="0"/>
                <a:cs typeface="Times New Roman" panose="02020603050405020304" charset="0"/>
              </a:rPr>
              <a:t>Product Search and Recommendation System for Shopping</a:t>
            </a:r>
            <a:endParaRPr lang="en-US" altLang="en-US" sz="4700" b="1">
              <a:latin typeface="Times New Roman" panose="02020603050405020304" charset="0"/>
              <a:cs typeface="Times New Roman" panose="02020603050405020304" charset="0"/>
            </a:endParaRPr>
          </a:p>
        </p:txBody>
      </p:sp>
      <p:sp>
        <p:nvSpPr>
          <p:cNvPr id="10" name="署名"/>
          <p:cNvSpPr>
            <a:spLocks noGrp="1"/>
          </p:cNvSpPr>
          <p:nvPr>
            <p:ph type="body" sz="quarter" idx="17"/>
            <p:custDataLst>
              <p:tags r:id="rId2"/>
            </p:custDataLst>
          </p:nvPr>
        </p:nvSpPr>
        <p:spPr>
          <a:xfrm>
            <a:off x="1090295" y="4674235"/>
            <a:ext cx="2879725" cy="1864995"/>
          </a:xfrm>
        </p:spPr>
        <p:txBody>
          <a:bodyPr>
            <a:normAutofit lnSpcReduction="20000"/>
          </a:bodyPr>
          <a:lstStyle/>
          <a:p>
            <a:endParaRPr lang="en-US">
              <a:ea typeface="+mn-ea"/>
            </a:endParaRPr>
          </a:p>
          <a:p>
            <a:r>
              <a:rPr lang="en-US">
                <a:latin typeface="Times New Roman" panose="02020603050405020304" charset="0"/>
                <a:ea typeface="+mn-ea"/>
                <a:cs typeface="Times New Roman" panose="02020603050405020304" charset="0"/>
              </a:rPr>
              <a:t>K.Akshitha - 2520030233</a:t>
            </a:r>
            <a:endParaRPr lang="en-US">
              <a:latin typeface="Times New Roman" panose="02020603050405020304" charset="0"/>
              <a:ea typeface="+mn-ea"/>
              <a:cs typeface="Times New Roman" panose="02020603050405020304" charset="0"/>
            </a:endParaRPr>
          </a:p>
          <a:p>
            <a:r>
              <a:rPr lang="en-US">
                <a:latin typeface="Times New Roman" panose="02020603050405020304" charset="0"/>
                <a:ea typeface="+mn-ea"/>
                <a:cs typeface="Times New Roman" panose="02020603050405020304" charset="0"/>
              </a:rPr>
              <a:t>T.Meghana - 2520030245</a:t>
            </a:r>
            <a:endParaRPr lang="en-US">
              <a:latin typeface="Times New Roman" panose="02020603050405020304" charset="0"/>
              <a:ea typeface="+mn-ea"/>
              <a:cs typeface="Times New Roman" panose="02020603050405020304" charset="0"/>
            </a:endParaRPr>
          </a:p>
          <a:p>
            <a:r>
              <a:rPr lang="en-US">
                <a:latin typeface="Times New Roman" panose="02020603050405020304" charset="0"/>
                <a:ea typeface="+mn-ea"/>
                <a:cs typeface="Times New Roman" panose="02020603050405020304" charset="0"/>
              </a:rPr>
              <a:t>U.Moksha - 2500031613</a:t>
            </a:r>
            <a:endParaRPr lang="en-US">
              <a:latin typeface="Times New Roman" panose="02020603050405020304" charset="0"/>
              <a:ea typeface="+mn-ea"/>
              <a:cs typeface="Times New Roman" panose="02020603050405020304" charset="0"/>
            </a:endParaRPr>
          </a:p>
          <a:p>
            <a:r>
              <a:rPr lang="en-US">
                <a:latin typeface="Times New Roman" panose="02020603050405020304" charset="0"/>
                <a:ea typeface="+mn-ea"/>
                <a:cs typeface="Times New Roman" panose="02020603050405020304" charset="0"/>
              </a:rPr>
              <a:t>section-8</a:t>
            </a:r>
            <a:endParaRPr lang="en-US">
              <a:latin typeface="Times New Roman" panose="02020603050405020304" charset="0"/>
              <a:ea typeface="+mn-ea"/>
              <a:cs typeface="Times New Roman" panose="02020603050405020304" charset="0"/>
            </a:endParaRPr>
          </a:p>
          <a:p>
            <a:endParaRPr lang="en-US">
              <a:latin typeface="Times New Roman" panose="02020603050405020304" charset="0"/>
              <a:ea typeface="+mn-ea"/>
              <a:cs typeface="Times New Roman" panose="02020603050405020304" charset="0"/>
            </a:endParaRPr>
          </a:p>
        </p:txBody>
      </p:sp>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a:spLocks noGrp="1"/>
          </p:cNvSpPr>
          <p:nvPr>
            <p:ph type="title"/>
            <p:custDataLst>
              <p:tags r:id="rId1"/>
            </p:custDataLst>
          </p:nvPr>
        </p:nvSpPr>
        <p:spPr/>
        <p:txBody>
          <a:bodyPr vert="horz" wrap="square" lIns="0" tIns="0" rIns="0" bIns="0" rtlCol="0" anchor="b">
            <a:normAutofit/>
          </a:bodyPr>
          <a:lstStyle>
            <a:lvl1pPr>
              <a:defRPr>
                <a:latin typeface="+mj-lt"/>
                <a:cs typeface="+mj-lt"/>
              </a:defRPr>
            </a:lvl1pPr>
          </a:lstStyle>
          <a:p>
            <a:pPr lvl="0" algn="l">
              <a:buClrTx/>
              <a:buSzTx/>
              <a:buFontTx/>
            </a:pPr>
            <a:r>
              <a:rPr lang="en-US" dirty="0">
                <a:latin typeface="Times New Roman" panose="02020603050405020304" charset="0"/>
                <a:cs typeface="Times New Roman" panose="02020603050405020304" charset="0"/>
                <a:sym typeface="+mn-ea"/>
              </a:rPr>
              <a:t>Abstract</a:t>
            </a:r>
            <a:endParaRPr lang="en-US" dirty="0">
              <a:latin typeface="Times New Roman" panose="02020603050405020304" charset="0"/>
              <a:cs typeface="Times New Roman" panose="02020603050405020304" charset="0"/>
              <a:sym typeface="+mn-ea"/>
            </a:endParaRPr>
          </a:p>
        </p:txBody>
      </p:sp>
      <p:sp>
        <p:nvSpPr>
          <p:cNvPr id="8" name="Content Placeholder 7"/>
          <p:cNvSpPr>
            <a:spLocks noGrp="1"/>
          </p:cNvSpPr>
          <p:nvPr>
            <p:ph idx="1"/>
            <p:custDataLst>
              <p:tags r:id="rId2"/>
            </p:custDataLst>
          </p:nvPr>
        </p:nvSpPr>
        <p:spPr/>
        <p:txBody>
          <a:bodyPr/>
          <a:p>
            <a:r>
              <a:rPr lang="en-US" altLang="en-US">
                <a:solidFill>
                  <a:schemeClr val="tx1">
                    <a:lumMod val="65000"/>
                    <a:lumOff val="35000"/>
                  </a:schemeClr>
                </a:solidFill>
                <a:latin typeface="Times New Roman" panose="02020603050405020304" charset="0"/>
                <a:cs typeface="Times New Roman" panose="02020603050405020304" charset="0"/>
                <a:sym typeface="+mn-ea"/>
              </a:rPr>
              <a:t>The Product Search and Recommendation System for Shopping is a web-based application that helps users easily search for products and receive personalized product recommendations. The system allows users to browse products by category, search using keywords, and view detailed product information. Based on user preferences, browsing history, or selected categories, the system recommends similar or relevant products. This improves the shopping experience by helping customers find suitable products quickly while reducing the time spent searching.</a:t>
            </a:r>
            <a:endParaRPr lang="en-US" altLang="en-US">
              <a:solidFill>
                <a:schemeClr val="tx1">
                  <a:lumMod val="65000"/>
                  <a:lumOff val="35000"/>
                </a:schemeClr>
              </a:solidFill>
              <a:latin typeface="Times New Roman" panose="02020603050405020304" charset="0"/>
              <a:cs typeface="Times New Roman" panose="02020603050405020304" charset="0"/>
            </a:endParaRPr>
          </a:p>
          <a:p>
            <a:endParaRPr lang="en-US">
              <a:latin typeface="Times New Roman" panose="02020603050405020304" charset="0"/>
              <a:ea typeface="+mn-ea"/>
              <a:cs typeface="Times New Roman" panose="02020603050405020304" charset="0"/>
            </a:endParaRPr>
          </a:p>
        </p:txBody>
      </p:sp>
      <p:sp>
        <p:nvSpPr>
          <p:cNvPr id="4" name="Content Placeholder 2"/>
          <p:cNvSpPr>
            <a:spLocks noGrp="1"/>
          </p:cNvSpPr>
          <p:nvPr>
            <p:custDataLst>
              <p:tags r:id="rId3"/>
            </p:custDataLst>
          </p:nvPr>
        </p:nvSpPr>
        <p:spPr>
          <a:xfrm>
            <a:off x="695960" y="1301749"/>
            <a:ext cx="10800000" cy="4873625"/>
          </a:xfrm>
          <a:prstGeom prst="rect">
            <a:avLst/>
          </a:prstGeom>
        </p:spPr>
        <p:txBody>
          <a:bodyPr vert="horz" wrap="square" lIns="90000" tIns="46800" rIns="90000" bIns="46800" rtlCol="0">
            <a:normAutofit lnSpcReduction="10000"/>
          </a:bodyPr>
          <a:lst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sz="2400">
              <a:solidFill>
                <a:schemeClr val="tx1">
                  <a:lumMod val="65000"/>
                  <a:lumOff val="35000"/>
                </a:schemeClr>
              </a:solidFill>
            </a:endParaRPr>
          </a:p>
        </p:txBody>
      </p:sp>
    </p:spTree>
    <p:custDataLst>
      <p:tags r:id="rId4"/>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custDataLst>
              <p:tags r:id="rId1"/>
            </p:custDataLst>
          </p:nvPr>
        </p:nvSpPr>
        <p:spPr/>
        <p:txBody>
          <a:bodyPr vert="horz" wrap="square" lIns="0" tIns="0" rIns="0" bIns="0" rtlCol="0" anchor="b">
            <a:normAutofit/>
          </a:bodyPr>
          <a:lstStyle>
            <a:lvl1pPr>
              <a:defRPr>
                <a:latin typeface="+mj-lt"/>
                <a:cs typeface="+mj-lt"/>
              </a:defRPr>
            </a:lvl1pPr>
          </a:lstStyle>
          <a:p>
            <a:pPr lvl="0" algn="l">
              <a:buClrTx/>
              <a:buSzTx/>
              <a:buFontTx/>
            </a:pPr>
            <a:r>
              <a:rPr lang="en-US" dirty="0">
                <a:latin typeface="Times New Roman" panose="02020603050405020304" charset="0"/>
                <a:cs typeface="Times New Roman" panose="02020603050405020304" charset="0"/>
                <a:sym typeface="+mn-ea"/>
              </a:rPr>
              <a:t>Problem Statement</a:t>
            </a:r>
            <a:endParaRPr lang="en-US" dirty="0">
              <a:latin typeface="Times New Roman" panose="02020603050405020304" charset="0"/>
              <a:cs typeface="Times New Roman" panose="02020603050405020304" charset="0"/>
              <a:sym typeface="+mn-ea"/>
            </a:endParaRPr>
          </a:p>
        </p:txBody>
      </p:sp>
      <p:sp>
        <p:nvSpPr>
          <p:cNvPr id="8" name="Content Placeholder 7"/>
          <p:cNvSpPr>
            <a:spLocks noGrp="1"/>
          </p:cNvSpPr>
          <p:nvPr>
            <p:ph idx="1"/>
            <p:custDataLst>
              <p:tags r:id="rId2"/>
            </p:custDataLst>
          </p:nvPr>
        </p:nvSpPr>
        <p:spPr/>
        <p:txBody>
          <a:bodyPr/>
          <a:p>
            <a:r>
              <a:rPr lang="en-US" altLang="en-US">
                <a:solidFill>
                  <a:schemeClr val="tx1">
                    <a:lumMod val="65000"/>
                    <a:lumOff val="35000"/>
                  </a:schemeClr>
                </a:solidFill>
                <a:latin typeface="Times New Roman" panose="02020603050405020304" charset="0"/>
                <a:cs typeface="Times New Roman" panose="02020603050405020304" charset="0"/>
                <a:sym typeface="+mn-ea"/>
              </a:rPr>
              <a:t>Online shopping platforms often contain thousands of products, making it difficult for users to find the most suitable items. Traditional search methods may not always provide relevant results, leading to a poor user experience. There is a need for an intelligent product search and recommendation system that provides accurate search results and personalized product suggestions based on user interests and preferences.</a:t>
            </a:r>
            <a:endParaRPr lang="en-US" altLang="en-US">
              <a:solidFill>
                <a:schemeClr val="tx1">
                  <a:lumMod val="65000"/>
                  <a:lumOff val="35000"/>
                </a:schemeClr>
              </a:solidFill>
              <a:latin typeface="Times New Roman" panose="02020603050405020304" charset="0"/>
              <a:cs typeface="Times New Roman" panose="02020603050405020304" charset="0"/>
            </a:endParaRPr>
          </a:p>
          <a:p>
            <a:pPr marL="0" indent="0">
              <a:buNone/>
            </a:pPr>
            <a:endParaRPr lang="en-US">
              <a:latin typeface="Times New Roman" panose="02020603050405020304" charset="0"/>
              <a:ea typeface="+mn-ea"/>
              <a:cs typeface="Times New Roman" panose="02020603050405020304" charset="0"/>
            </a:endParaRPr>
          </a:p>
        </p:txBody>
      </p:sp>
      <p:sp>
        <p:nvSpPr>
          <p:cNvPr id="4" name="Content Placeholder 2"/>
          <p:cNvSpPr>
            <a:spLocks noGrp="1"/>
          </p:cNvSpPr>
          <p:nvPr>
            <p:custDataLst>
              <p:tags r:id="rId3"/>
            </p:custDataLst>
          </p:nvPr>
        </p:nvSpPr>
        <p:spPr>
          <a:xfrm>
            <a:off x="695960" y="1301749"/>
            <a:ext cx="10800000" cy="4873625"/>
          </a:xfrm>
          <a:prstGeom prst="rect">
            <a:avLst/>
          </a:prstGeom>
        </p:spPr>
        <p:txBody>
          <a:bodyPr vert="horz" wrap="square" lIns="90000" tIns="46800" rIns="90000" bIns="46800" rtlCol="0">
            <a:normAutofit/>
          </a:bodyPr>
          <a:lst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sz="2400">
              <a:solidFill>
                <a:schemeClr val="tx1">
                  <a:lumMod val="65000"/>
                  <a:lumOff val="35000"/>
                </a:schemeClr>
              </a:solidFill>
            </a:endParaRPr>
          </a:p>
        </p:txBody>
      </p:sp>
    </p:spTree>
    <p:custDataLst>
      <p:tags r:id="rId4"/>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custDataLst>
              <p:tags r:id="rId1"/>
            </p:custDataLst>
          </p:nvPr>
        </p:nvSpPr>
        <p:spPr/>
        <p:txBody>
          <a:bodyPr vert="horz" wrap="square" lIns="0" tIns="0" rIns="0" bIns="0" rtlCol="0" anchor="b">
            <a:normAutofit/>
          </a:bodyPr>
          <a:lstStyle>
            <a:lvl1pPr>
              <a:defRPr>
                <a:latin typeface="+mj-lt"/>
                <a:cs typeface="+mj-lt"/>
              </a:defRPr>
            </a:lvl1pPr>
          </a:lstStyle>
          <a:p>
            <a:pPr lvl="0" algn="l">
              <a:buClrTx/>
              <a:buSzTx/>
              <a:buFontTx/>
            </a:pPr>
            <a:r>
              <a:rPr lang="en-US" dirty="0">
                <a:latin typeface="Times New Roman" panose="02020603050405020304" charset="0"/>
                <a:cs typeface="Times New Roman" panose="02020603050405020304" charset="0"/>
                <a:sym typeface="+mn-ea"/>
              </a:rPr>
              <a:t>Proposed Functionalities</a:t>
            </a:r>
            <a:endParaRPr lang="en-US" dirty="0">
              <a:latin typeface="Times New Roman" panose="02020603050405020304" charset="0"/>
              <a:cs typeface="Times New Roman" panose="02020603050405020304" charset="0"/>
              <a:sym typeface="+mn-ea"/>
            </a:endParaRPr>
          </a:p>
        </p:txBody>
      </p:sp>
      <p:sp>
        <p:nvSpPr>
          <p:cNvPr id="8" name="Content Placeholder 7"/>
          <p:cNvSpPr>
            <a:spLocks noGrp="1"/>
          </p:cNvSpPr>
          <p:nvPr>
            <p:ph idx="1"/>
            <p:custDataLst>
              <p:tags r:id="rId2"/>
            </p:custDataLst>
          </p:nvPr>
        </p:nvSpPr>
        <p:spPr/>
        <p:txBody>
          <a:bodyPr>
            <a:normAutofit fontScale="90000" lnSpcReduction="20000"/>
          </a:bodyPr>
          <a:p>
            <a:r>
              <a:rPr lang="en-US" altLang="en-US">
                <a:solidFill>
                  <a:schemeClr val="tx1">
                    <a:lumMod val="65000"/>
                    <a:lumOff val="35000"/>
                  </a:schemeClr>
                </a:solidFill>
                <a:latin typeface="Times New Roman" panose="02020603050405020304" charset="0"/>
                <a:cs typeface="Times New Roman" panose="02020603050405020304" charset="0"/>
                <a:sym typeface="+mn-ea"/>
              </a:rPr>
              <a:t>User Registration and Login</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Product Search using keywords</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Category-wise Product Browsing</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Product Details Page</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Personalized Product Recommendations</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Filter and Sort Products (Price, Rating, Category)</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Wishlist/Favorites</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Admin Panel to Add, Update, and Delete Products</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User Profile Management</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Responsive User Interface</a:t>
            </a:r>
            <a:endParaRPr lang="en-US" altLang="en-US">
              <a:solidFill>
                <a:schemeClr val="tx1">
                  <a:lumMod val="65000"/>
                  <a:lumOff val="35000"/>
                </a:schemeClr>
              </a:solidFill>
              <a:latin typeface="Times New Roman" panose="02020603050405020304" charset="0"/>
              <a:cs typeface="Times New Roman" panose="02020603050405020304" charset="0"/>
            </a:endParaRPr>
          </a:p>
          <a:p>
            <a:endParaRPr lang="en-US">
              <a:latin typeface="Times New Roman" panose="02020603050405020304" charset="0"/>
              <a:ea typeface="+mn-ea"/>
              <a:cs typeface="Times New Roman" panose="02020603050405020304" charset="0"/>
            </a:endParaRPr>
          </a:p>
        </p:txBody>
      </p:sp>
      <p:sp>
        <p:nvSpPr>
          <p:cNvPr id="4" name="Content Placeholder 2"/>
          <p:cNvSpPr>
            <a:spLocks noGrp="1"/>
          </p:cNvSpPr>
          <p:nvPr>
            <p:custDataLst>
              <p:tags r:id="rId3"/>
            </p:custDataLst>
          </p:nvPr>
        </p:nvSpPr>
        <p:spPr>
          <a:xfrm>
            <a:off x="695960" y="1301749"/>
            <a:ext cx="10800000" cy="4873625"/>
          </a:xfrm>
          <a:prstGeom prst="rect">
            <a:avLst/>
          </a:prstGeom>
        </p:spPr>
        <p:txBody>
          <a:bodyPr vert="horz" wrap="square" lIns="90000" tIns="46800" rIns="90000" bIns="46800" rtlCol="0">
            <a:normAutofit lnSpcReduction="10000"/>
          </a:bodyPr>
          <a:lst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a:solidFill>
                <a:schemeClr val="tx1">
                  <a:lumMod val="65000"/>
                  <a:lumOff val="35000"/>
                </a:schemeClr>
              </a:solidFill>
            </a:endParaRPr>
          </a:p>
        </p:txBody>
      </p:sp>
    </p:spTree>
    <p:custDataLst>
      <p:tags r:id="rId4"/>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custDataLst>
              <p:tags r:id="rId1"/>
            </p:custDataLst>
          </p:nvPr>
        </p:nvSpPr>
        <p:spPr/>
        <p:txBody>
          <a:bodyPr vert="horz" wrap="square" lIns="0" tIns="0" rIns="0" bIns="0" rtlCol="0" anchor="b">
            <a:normAutofit/>
          </a:bodyPr>
          <a:lstStyle>
            <a:lvl1pPr>
              <a:defRPr>
                <a:latin typeface="+mj-lt"/>
                <a:cs typeface="+mj-lt"/>
              </a:defRPr>
            </a:lvl1pPr>
          </a:lstStyle>
          <a:p>
            <a:pPr lvl="0" algn="l">
              <a:buClrTx/>
              <a:buSzTx/>
              <a:buFontTx/>
            </a:pPr>
            <a:r>
              <a:rPr lang="en-US" dirty="0">
                <a:latin typeface="Times New Roman" panose="02020603050405020304" charset="0"/>
                <a:cs typeface="Times New Roman" panose="02020603050405020304" charset="0"/>
                <a:sym typeface="+mn-ea"/>
              </a:rPr>
              <a:t>Tools and Technologies to be Used</a:t>
            </a:r>
            <a:endParaRPr lang="en-US" dirty="0">
              <a:latin typeface="Times New Roman" panose="02020603050405020304" charset="0"/>
              <a:cs typeface="Times New Roman" panose="02020603050405020304" charset="0"/>
              <a:sym typeface="+mn-ea"/>
            </a:endParaRPr>
          </a:p>
        </p:txBody>
      </p:sp>
      <p:sp>
        <p:nvSpPr>
          <p:cNvPr id="8" name="Content Placeholder 7"/>
          <p:cNvSpPr>
            <a:spLocks noGrp="1"/>
          </p:cNvSpPr>
          <p:nvPr>
            <p:ph idx="1"/>
            <p:custDataLst>
              <p:tags r:id="rId2"/>
            </p:custDataLst>
          </p:nvPr>
        </p:nvSpPr>
        <p:spPr/>
        <p:txBody>
          <a:bodyPr/>
          <a:p>
            <a:r>
              <a:rPr lang="en-US" altLang="en-US">
                <a:solidFill>
                  <a:schemeClr val="tx1">
                    <a:lumMod val="65000"/>
                    <a:lumOff val="35000"/>
                  </a:schemeClr>
                </a:solidFill>
                <a:latin typeface="Times New Roman" panose="02020603050405020304" charset="0"/>
                <a:cs typeface="Times New Roman" panose="02020603050405020304" charset="0"/>
                <a:sym typeface="+mn-ea"/>
              </a:rPr>
              <a:t>Programming Language: Java </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IDE: VS Code</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sym typeface="+mn-ea"/>
              </a:rPr>
              <a:t>Version Control: Git &amp; GitHub</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rPr>
              <a:t>Data Structures: Suffix Array,LCP Array,Fuzzy Matching,Dynamic programming.</a:t>
            </a:r>
            <a:endParaRPr lang="en-US" altLang="en-US">
              <a:solidFill>
                <a:schemeClr val="tx1">
                  <a:lumMod val="65000"/>
                  <a:lumOff val="35000"/>
                </a:schemeClr>
              </a:solidFill>
              <a:latin typeface="Times New Roman" panose="02020603050405020304" charset="0"/>
              <a:cs typeface="Times New Roman" panose="02020603050405020304" charset="0"/>
            </a:endParaRPr>
          </a:p>
          <a:p>
            <a:r>
              <a:rPr lang="en-US" altLang="en-US">
                <a:solidFill>
                  <a:schemeClr val="tx1">
                    <a:lumMod val="65000"/>
                    <a:lumOff val="35000"/>
                  </a:schemeClr>
                </a:solidFill>
                <a:latin typeface="Times New Roman" panose="02020603050405020304" charset="0"/>
                <a:cs typeface="Times New Roman" panose="02020603050405020304" charset="0"/>
              </a:rPr>
              <a:t>Algorithms: KMP, Z-Function, Rabin-Karp, Edit Distance (DP), Boyer-Moore.</a:t>
            </a:r>
            <a:endParaRPr lang="en-US" altLang="en-US">
              <a:solidFill>
                <a:schemeClr val="tx1">
                  <a:lumMod val="65000"/>
                  <a:lumOff val="35000"/>
                </a:schemeClr>
              </a:solidFill>
              <a:latin typeface="Times New Roman" panose="02020603050405020304" charset="0"/>
              <a:cs typeface="Times New Roman" panose="02020603050405020304" charset="0"/>
            </a:endParaRPr>
          </a:p>
        </p:txBody>
      </p:sp>
      <p:sp>
        <p:nvSpPr>
          <p:cNvPr id="4" name="Content Placeholder 2"/>
          <p:cNvSpPr>
            <a:spLocks noGrp="1"/>
          </p:cNvSpPr>
          <p:nvPr>
            <p:custDataLst>
              <p:tags r:id="rId3"/>
            </p:custDataLst>
          </p:nvPr>
        </p:nvSpPr>
        <p:spPr>
          <a:xfrm>
            <a:off x="695960" y="1301749"/>
            <a:ext cx="10800000" cy="4873625"/>
          </a:xfrm>
          <a:prstGeom prst="rect">
            <a:avLst/>
          </a:prstGeom>
        </p:spPr>
        <p:txBody>
          <a:bodyPr vert="horz" wrap="square" lIns="90000" tIns="46800" rIns="90000" bIns="46800" rtlCol="0">
            <a:normAutofit/>
          </a:bodyPr>
          <a:lst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sz="2400">
              <a:solidFill>
                <a:schemeClr val="tx1">
                  <a:lumMod val="65000"/>
                  <a:lumOff val="35000"/>
                </a:schemeClr>
              </a:solidFill>
            </a:endParaRPr>
          </a:p>
        </p:txBody>
      </p:sp>
    </p:spTree>
    <p:custDataLst>
      <p:tags r:id="rId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custDataLst>
              <p:tags r:id="rId1"/>
            </p:custDataLst>
          </p:nvPr>
        </p:nvSpPr>
        <p:spPr/>
        <p:txBody>
          <a:bodyPr vert="horz" wrap="square" lIns="0" tIns="0" rIns="0" bIns="0" rtlCol="0" anchor="b">
            <a:normAutofit/>
          </a:bodyPr>
          <a:lstStyle>
            <a:lvl1pPr>
              <a:defRPr>
                <a:latin typeface="+mj-lt"/>
                <a:cs typeface="+mj-lt"/>
              </a:defRPr>
            </a:lvl1pPr>
          </a:lstStyle>
          <a:p>
            <a:pPr lvl="0" algn="l">
              <a:buClrTx/>
              <a:buSzTx/>
              <a:buFontTx/>
            </a:pPr>
            <a:r>
              <a:rPr lang="en-US" dirty="0">
                <a:latin typeface="Times New Roman" panose="02020603050405020304" charset="0"/>
                <a:cs typeface="Times New Roman" panose="02020603050405020304" charset="0"/>
                <a:sym typeface="+mn-ea"/>
              </a:rPr>
              <a:t>Expected Outcome</a:t>
            </a:r>
            <a:endParaRPr lang="en-US" dirty="0">
              <a:latin typeface="Times New Roman" panose="02020603050405020304" charset="0"/>
              <a:cs typeface="Times New Roman" panose="02020603050405020304" charset="0"/>
              <a:sym typeface="+mn-ea"/>
            </a:endParaRPr>
          </a:p>
        </p:txBody>
      </p:sp>
      <p:sp>
        <p:nvSpPr>
          <p:cNvPr id="8" name="Content Placeholder 7"/>
          <p:cNvSpPr>
            <a:spLocks noGrp="1"/>
          </p:cNvSpPr>
          <p:nvPr>
            <p:ph idx="1"/>
            <p:custDataLst>
              <p:tags r:id="rId2"/>
            </p:custDataLst>
          </p:nvPr>
        </p:nvSpPr>
        <p:spPr/>
        <p:txBody>
          <a:bodyPr/>
          <a:p>
            <a:r>
              <a:rPr lang="en-US" altLang="en-US">
                <a:solidFill>
                  <a:schemeClr val="tx1">
                    <a:lumMod val="65000"/>
                    <a:lumOff val="35000"/>
                  </a:schemeClr>
                </a:solidFill>
                <a:latin typeface="Times New Roman" panose="02020603050405020304" charset="0"/>
                <a:cs typeface="Times New Roman" panose="02020603050405020304" charset="0"/>
                <a:sym typeface="+mn-ea"/>
              </a:rPr>
              <a:t>The system will provide fast and efficient product searching and recommendations using optimized data structures and algorithms. It will reduce search time, improve the accuracy of search results, and recommend relevant products based on product characteristics. The project demonstrates the practical application of DSA concepts in solving real-world e-commerce search and recommendation problems.</a:t>
            </a:r>
            <a:endParaRPr lang="en-US" altLang="en-US">
              <a:solidFill>
                <a:schemeClr val="tx1">
                  <a:lumMod val="65000"/>
                  <a:lumOff val="35000"/>
                </a:schemeClr>
              </a:solidFill>
              <a:latin typeface="Times New Roman" panose="02020603050405020304" charset="0"/>
              <a:cs typeface="Times New Roman" panose="02020603050405020304" charset="0"/>
            </a:endParaRPr>
          </a:p>
          <a:p>
            <a:endParaRPr lang="en-US">
              <a:latin typeface="Times New Roman" panose="02020603050405020304" charset="0"/>
              <a:ea typeface="+mn-ea"/>
              <a:cs typeface="Times New Roman" panose="02020603050405020304" charset="0"/>
            </a:endParaRPr>
          </a:p>
        </p:txBody>
      </p:sp>
      <p:sp>
        <p:nvSpPr>
          <p:cNvPr id="4" name="Content Placeholder 2"/>
          <p:cNvSpPr>
            <a:spLocks noGrp="1"/>
          </p:cNvSpPr>
          <p:nvPr>
            <p:custDataLst>
              <p:tags r:id="rId3"/>
            </p:custDataLst>
          </p:nvPr>
        </p:nvSpPr>
        <p:spPr>
          <a:xfrm>
            <a:off x="695960" y="1301749"/>
            <a:ext cx="10800000" cy="4873625"/>
          </a:xfrm>
          <a:prstGeom prst="rect">
            <a:avLst/>
          </a:prstGeom>
        </p:spPr>
        <p:txBody>
          <a:bodyPr vert="horz" wrap="square" lIns="90000" tIns="46800" rIns="90000" bIns="46800" rtlCol="0">
            <a:normAutofit/>
          </a:bodyPr>
          <a:lst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altLang="en-US" sz="2400">
              <a:solidFill>
                <a:schemeClr val="tx1">
                  <a:lumMod val="65000"/>
                  <a:lumOff val="35000"/>
                </a:schemeClr>
              </a:solidFill>
            </a:endParaRPr>
          </a:p>
        </p:txBody>
      </p:sp>
    </p:spTree>
    <p:custDataLst>
      <p:tags r:id="rId4"/>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custDataLst>
              <p:tags r:id="rId1"/>
            </p:custDataLst>
          </p:nvPr>
        </p:nvSpPr>
        <p:spPr>
          <a:xfrm>
            <a:off x="4928235" y="360045"/>
            <a:ext cx="6567805" cy="3992245"/>
          </a:xfrm>
        </p:spPr>
        <p:txBody>
          <a:bodyPr/>
          <a:p>
            <a:r>
              <a:rPr lang="en-US">
                <a:latin typeface="Times New Roman" panose="02020603050405020304" charset="0"/>
                <a:cs typeface="Times New Roman" panose="02020603050405020304" charset="0"/>
              </a:rPr>
              <a:t>THANK YOU</a:t>
            </a:r>
            <a:endParaRPr lang="en-US">
              <a:latin typeface="Times New Roman" panose="02020603050405020304" charset="0"/>
              <a:cs typeface="Times New Roman" panose="02020603050405020304" charset="0"/>
            </a:endParaRPr>
          </a:p>
        </p:txBody>
      </p:sp>
    </p:spTree>
    <p:custDataLst>
      <p:tags r:id="rId2"/>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1"/>
  <p:tag name="KSO_WM_UNIT_LAYERLEVEL" val="1"/>
  <p:tag name="KSO_WM_TAG_VERSION" val="3.0"/>
  <p:tag name="KSO_WM_BEAUTIFY_FLAG" val="#wm#"/>
  <p:tag name="KSO_WM_UNIT_TYPE" val="i"/>
  <p:tag name="KSO_WM_UNIT_INDEX" val="1"/>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3"/>
  <p:tag name="KSO_WM_UNIT_LAYERLEVEL" val="1"/>
  <p:tag name="KSO_WM_TAG_VERSION" val="3.0"/>
  <p:tag name="KSO_WM_BEAUTIFY_FLAG" val="#wm#"/>
  <p:tag name="KSO_WM_UNIT_TYPE" val="i"/>
  <p:tag name="KSO_WM_UNIT_INDEX" val="3"/>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80"/>
  <p:tag name="KSO_WM_UNIT_TYPE" val="b"/>
  <p:tag name="KSO_WM_UNIT_INDEX" val="1"/>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f*4"/>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4"/>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4"/>
  <p:tag name="KSO_WM_UNIT_LAYERLEVEL" val="1"/>
  <p:tag name="KSO_WM_TAG_VERSION" val="3.0"/>
  <p:tag name="KSO_WM_BEAUTIFY_FLAG" val="#wm#"/>
  <p:tag name="KSO_WM_UNIT_TYPE" val="i"/>
  <p:tag name="KSO_WM_UNIT_INDEX" val="4"/>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5"/>
  <p:tag name="KSO_WM_UNIT_LAYERLEVEL" val="1"/>
  <p:tag name="KSO_WM_TAG_VERSION" val="3.0"/>
  <p:tag name="KSO_WM_BEAUTIFY_FLAG" val="#wm#"/>
  <p:tag name="KSO_WM_UNIT_TYPE" val="i"/>
  <p:tag name="KSO_WM_UNIT_INDEX" val="5"/>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6"/>
  <p:tag name="KSO_WM_UNIT_LAYERLEVEL" val="1"/>
  <p:tag name="KSO_WM_TAG_VERSION" val="3.0"/>
  <p:tag name="KSO_WM_BEAUTIFY_FLAG" val="#wm#"/>
  <p:tag name="KSO_WM_UNIT_TYPE" val="i"/>
  <p:tag name="KSO_WM_UNIT_INDEX" val="6"/>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7"/>
  <p:tag name="KSO_WM_UNIT_LAYERLEVEL" val="1"/>
  <p:tag name="KSO_WM_TAG_VERSION" val="3.0"/>
  <p:tag name="KSO_WM_BEAUTIFY_FLAG" val="#wm#"/>
  <p:tag name="KSO_WM_UNIT_TYPE" val="i"/>
  <p:tag name="KSO_WM_UNIT_INDEX" val="7"/>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BEAUTIFY_FLAG" val="#wm#"/>
  <p:tag name="KSO_WM_UNIT_TYPE" val="i"/>
  <p:tag name="KSO_WM_UNIT_INDEX" val="1"/>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BEAUTIFY_FLAG" val="#wm#"/>
  <p:tag name="KSO_WM_UNIT_TYPE" val="i"/>
  <p:tag name="KSO_WM_UNIT_INDEX" val="2"/>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3"/>
  <p:tag name="KSO_WM_UNIT_LAYERLEVEL" val="1"/>
  <p:tag name="KSO_WM_TAG_VERSION" val="3.0"/>
  <p:tag name="KSO_WM_BEAUTIFY_FLAG" val="#wm#"/>
  <p:tag name="KSO_WM_UNIT_TYPE" val="i"/>
  <p:tag name="KSO_WM_UNIT_INDEX" val="3"/>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4"/>
  <p:tag name="KSO_WM_UNIT_LAYERLEVEL" val="1"/>
  <p:tag name="KSO_WM_TAG_VERSION" val="3.0"/>
  <p:tag name="KSO_WM_BEAUTIFY_FLAG" val="#wm#"/>
  <p:tag name="KSO_WM_UNIT_TYPE" val="i"/>
  <p:tag name="KSO_WM_UNIT_INDEX" val="4"/>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5"/>
  <p:tag name="KSO_WM_UNIT_LAYERLEVEL" val="1"/>
  <p:tag name="KSO_WM_TAG_VERSION" val="3.0"/>
  <p:tag name="KSO_WM_BEAUTIFY_FLAG" val="#wm#"/>
  <p:tag name="KSO_WM_UNIT_TYPE" val="i"/>
  <p:tag name="KSO_WM_UNIT_INDEX" val="5"/>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a*1"/>
  <p:tag name="KSO_WM_UNIT_LAYERLEVEL" val="1"/>
  <p:tag name="KSO_WM_TAG_VERSION" val="3.0"/>
  <p:tag name="KSO_WM_BEAUTIFY_FLAG" val="#wm#"/>
  <p:tag name="KSO_WM_UNIT_ISCONTENTSTITLE" val="1"/>
  <p:tag name="KSO_WM_UNIT_ISNUMDGMTITLE" val="0"/>
  <p:tag name="KSO_WM_UNIT_PRESET_TEXT" val="标题"/>
  <p:tag name="KSO_WM_UNIT_NOCLEAR" val="0"/>
  <p:tag name="KSO_WM_UNIT_VALUE" val="3"/>
  <p:tag name="KSO_WM_UNIT_TYPE" val="a"/>
  <p:tag name="KSO_WM_UNIT_INDEX" val="1"/>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BEAUTIFY_FLAG" val="#wm#"/>
  <p:tag name="KSO_WM_UNIT_TYPE" val="i"/>
  <p:tag name="KSO_WM_UNIT_INDEX" val="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2"/>
  <p:tag name="KSO_WM_UNIT_LAYERLEVEL" val="1"/>
  <p:tag name="KSO_WM_TAG_VERSION" val="3.0"/>
  <p:tag name="KSO_WM_BEAUTIFY_FLAG" val="#wm#"/>
  <p:tag name="KSO_WM_UNIT_TYPE" val="i"/>
  <p:tag name="KSO_WM_UNIT_INDEX" val="2"/>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14"/>
  <p:tag name="KSO_WM_UNIT_TYPE" val="a"/>
  <p:tag name="KSO_WM_UNIT_INDEX" val="1"/>
</p:tagLst>
</file>

<file path=ppt/tags/tag93.xml><?xml version="1.0" encoding="utf-8"?>
<p:tagLst xmlns:p="http://schemas.openxmlformats.org/presentationml/2006/main">
  <p:tag name="KSO_WM_UNIT_HIGHLIGHT" val="0"/>
  <p:tag name="KSO_WM_UNIT_COMPATIBLE" val="1"/>
  <p:tag name="KSO_WM_UNIT_DIAGRAM_ISNUMVISUAL" val="0"/>
  <p:tag name="KSO_WM_UNIT_DIAGRAM_ISREFERUNIT" val="0"/>
  <p:tag name="KSO_WM_UNIT_ID" val="_4*e*1"/>
  <p:tag name="KSO_WM_UNIT_LAYERLEVEL" val="1"/>
  <p:tag name="KSO_WM_TAG_VERSION" val="3.0"/>
  <p:tag name="KSO_WM_BEAUTIFY_FLAG" val="#wm#"/>
  <p:tag name="KSO_WM_UNIT_PRESET_TEXT" val="节编号"/>
  <p:tag name="KSO_WM_UNIT_NOCLEAR" val="0"/>
  <p:tag name="KSO_WM_UNIT_VALUE" val="13"/>
  <p:tag name="KSO_WM_UNIT_TYPE" val="e"/>
  <p:tag name="KSO_WM_UNIT_INDEX" val="1"/>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3"/>
  <p:tag name="KSO_WM_UNIT_LAYERLEVEL" val="1"/>
  <p:tag name="KSO_WM_TAG_VERSION" val="3.0"/>
  <p:tag name="KSO_WM_BEAUTIFY_FLAG" val="#wm#"/>
  <p:tag name="KSO_WM_UNIT_TYPE" val="i"/>
  <p:tag name="KSO_WM_UNIT_INDEX" val="3"/>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4"/>
  <p:tag name="KSO_WM_UNIT_LAYERLEVEL" val="1"/>
  <p:tag name="KSO_WM_TAG_VERSION" val="3.0"/>
  <p:tag name="KSO_WM_BEAUTIFY_FLAG" val="#wm#"/>
  <p:tag name="KSO_WM_UNIT_TYPE" val="i"/>
  <p:tag name="KSO_WM_UNIT_INDEX" val="4"/>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5"/>
  <p:tag name="KSO_WM_UNIT_LAYERLEVEL" val="1"/>
  <p:tag name="KSO_WM_TAG_VERSION" val="3.0"/>
  <p:tag name="KSO_WM_BEAUTIFY_FLAG" val="#wm#"/>
  <p:tag name="KSO_WM_UNIT_TYPE" val="i"/>
  <p:tag name="KSO_WM_UNIT_INDEX" val="5"/>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6"/>
  <p:tag name="KSO_WM_UNIT_LAYERLEVEL" val="1"/>
  <p:tag name="KSO_WM_TAG_VERSION" val="3.0"/>
  <p:tag name="KSO_WM_BEAUTIFY_FLAG" val="#wm#"/>
  <p:tag name="KSO_WM_UNIT_TYPE" val="i"/>
  <p:tag name="KSO_WM_UNIT_INDEX" val="6"/>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7"/>
  <p:tag name="KSO_WM_UNIT_LAYERLEVEL" val="1"/>
  <p:tag name="KSO_WM_TAG_VERSION" val="3.0"/>
  <p:tag name="KSO_WM_BEAUTIFY_FLAG" val="#wm#"/>
  <p:tag name="KSO_WM_UNIT_TYPE" val="i"/>
  <p:tag name="KSO_WM_UNIT_INDEX" val="7"/>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TYPE" val="f"/>
  <p:tag name="KSO_WM_UNIT_INDEX" val="1"/>
  <p:tag name="KSO_WM_UNIT_VALUE" val="160"/>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2"/>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TYPE" val="f"/>
  <p:tag name="KSO_WM_UNIT_INDEX" val="2"/>
  <p:tag name="KSO_WM_UNIT_VALUE" val="160"/>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1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1_1"/>
  <p:tag name="KSO_WM_UNIT_ISCONTENTSTITLE" val="0"/>
  <p:tag name="KSO_WM_UNIT_ISNUMDGMTITLE" val="0"/>
  <p:tag name="KSO_WM_UNIT_VALUE" val="19"/>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1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1_1"/>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2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2_1"/>
  <p:tag name="KSO_WM_UNIT_ISCONTENTSTITLE" val="0"/>
  <p:tag name="KSO_WM_UNIT_ISNUMDGMTITLE" val="0"/>
  <p:tag name="KSO_WM_UNIT_VALUE" val="19"/>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2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2_1"/>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a*1"/>
  <p:tag name="KSO_WM_UNIT_LAYERLEVEL" val="1"/>
  <p:tag name="KSO_WM_TAG_VERSION" val="3.0"/>
  <p:tag name="KSO_WM_BEAUTIFY_FLAG" val="#wm#"/>
  <p:tag name="KSO_WM_UNIT_ISCONTENTSTITLE" val="0"/>
  <p:tag name="KSO_WM_UNIT_ISNUMDGMTITLE" val="0"/>
  <p:tag name="KSO_WM_UNIT_PRESET_TEXT" val="Click to add title"/>
  <p:tag name="KSO_WM_UNIT_NOCLEAR" val="0"/>
  <p:tag name="KSO_WM_UNIT_TYPE" val="a"/>
  <p:tag name="KSO_WM_UNIT_INDEX" val="1"/>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96"/>
  <p:tag name="KSO_WM_UNIT_TYPE" val="f"/>
  <p:tag name="KSO_WM_UNIT_INDEX" val="1"/>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40"/>
  <p:tag name="KSO_WM_UNIT_TYPE" val="b"/>
  <p:tag name="KSO_WM_UNIT_INDEX" val="1"/>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1"/>
  <p:tag name="KSO_WM_UNIT_LAYERLEVEL" val="1"/>
  <p:tag name="KSO_WM_TAG_VERSION" val="3.0"/>
  <p:tag name="KSO_WM_BEAUTIFY_FLAG" val="#wm#"/>
  <p:tag name="KSO_WM_UNIT_TYPE" val="i"/>
  <p:tag name="KSO_WM_UNIT_INDEX" val="1"/>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3"/>
  <p:tag name="KSO_WM_UNIT_LAYERLEVEL" val="1"/>
  <p:tag name="KSO_WM_TAG_VERSION" val="3.0"/>
  <p:tag name="KSO_WM_BEAUTIFY_FLAG" val="#wm#"/>
  <p:tag name="KSO_WM_UNIT_TYPE" val="i"/>
  <p:tag name="KSO_WM_UNIT_INDEX" val="3"/>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1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f*5"/>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5"/>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4"/>
  <p:tag name="KSO_WM_UNIT_LAYERLEVEL" val="1"/>
  <p:tag name="KSO_WM_TAG_VERSION" val="3.0"/>
  <p:tag name="KSO_WM_BEAUTIFY_FLAG" val="#wm#"/>
  <p:tag name="KSO_WM_UNIT_TYPE" val="i"/>
  <p:tag name="KSO_WM_UNIT_INDEX" val="4"/>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5"/>
  <p:tag name="KSO_WM_UNIT_LAYERLEVEL" val="1"/>
  <p:tag name="KSO_WM_TAG_VERSION" val="3.0"/>
  <p:tag name="KSO_WM_BEAUTIFY_FLAG" val="#wm#"/>
  <p:tag name="KSO_WM_UNIT_TYPE" val="i"/>
  <p:tag name="KSO_WM_UNIT_INDEX" val="5"/>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6"/>
  <p:tag name="KSO_WM_UNIT_LAYERLEVEL" val="1"/>
  <p:tag name="KSO_WM_TAG_VERSION" val="3.0"/>
  <p:tag name="KSO_WM_BEAUTIFY_FLAG" val="#wm#"/>
  <p:tag name="KSO_WM_UNIT_TYPE" val="i"/>
  <p:tag name="KSO_WM_UNIT_INDEX" val="6"/>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7"/>
  <p:tag name="KSO_WM_UNIT_LAYERLEVEL" val="1"/>
  <p:tag name="KSO_WM_TAG_VERSION" val="3.0"/>
  <p:tag name="KSO_WM_BEAUTIFY_FLAG" val="#wm#"/>
  <p:tag name="KSO_WM_UNIT_TYPE" val="i"/>
  <p:tag name="KSO_WM_UNIT_INDEX" val="7"/>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8"/>
  <p:tag name="KSO_WM_UNIT_LAYERLEVEL" val="1"/>
  <p:tag name="KSO_WM_TAG_VERSION" val="3.0"/>
  <p:tag name="KSO_WM_BEAUTIFY_FLAG" val="#wm#"/>
  <p:tag name="KSO_WM_UNIT_TYPE" val="i"/>
  <p:tag name="KSO_WM_UNIT_INDEX" val="8"/>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9"/>
  <p:tag name="KSO_WM_UNIT_LAYERLEVEL" val="1"/>
  <p:tag name="KSO_WM_TAG_VERSION" val="3.0"/>
  <p:tag name="KSO_WM_BEAUTIFY_FLAG" val="#wm#"/>
  <p:tag name="KSO_WM_UNIT_TYPE" val="i"/>
  <p:tag name="KSO_WM_UNIT_INDEX" val="9"/>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1"/>
  <p:tag name="KSO_WM_UNIT_LAYERLEVEL" val="1"/>
  <p:tag name="KSO_WM_TAG_VERSION" val="3.0"/>
  <p:tag name="KSO_WM_BEAUTIFY_FLAG" val="#wm#"/>
  <p:tag name="KSO_WM_UNIT_TYPE" val="i"/>
  <p:tag name="KSO_WM_UNIT_INDEX" val="1"/>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2"/>
  <p:tag name="KSO_WM_UNIT_LAYERLEVEL" val="1"/>
  <p:tag name="KSO_WM_TAG_VERSION" val="3.0"/>
  <p:tag name="KSO_WM_BEAUTIFY_FLAG" val="#wm#"/>
  <p:tag name="KSO_WM_UNIT_TYPE" val="i"/>
  <p:tag name="KSO_WM_UNIT_INDEX" val="2"/>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3"/>
  <p:tag name="KSO_WM_UNIT_LAYERLEVEL" val="1"/>
  <p:tag name="KSO_WM_TAG_VERSION" val="3.0"/>
  <p:tag name="KSO_WM_BEAUTIFY_FLAG" val="#wm#"/>
  <p:tag name="KSO_WM_UNIT_TYPE" val="i"/>
  <p:tag name="KSO_WM_UNIT_INDEX" val="3"/>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 name="KSO_WM_UNIT_VALUE" val="30"/>
  <p:tag name="KSO_WM_TEMPLATE_CATEGORY" val="custom"/>
  <p:tag name="KSO_WM_TEMPLATE_INDEX" val="20238137"/>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第二级&#10;第三级&#10;第四级&#10;第五级"/>
  <p:tag name="KSO_WM_UNIT_NOCLEAR" val="0"/>
  <p:tag name="KSO_WM_UNIT_TYPE" val="f"/>
  <p:tag name="KSO_WM_UNIT_INDEX" val="1"/>
  <p:tag name="KSO_WM_UNIT_VALUE" val="350"/>
  <p:tag name="KSO_WM_TEMPLATE_CATEGORY" val="custom"/>
  <p:tag name="KSO_WM_TEMPLATE_INDEX" val="20238137"/>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54.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8137"/>
  <p:tag name="KSO_WM_TEMPLATE_THUMBS_INDEX" val="1、9"/>
  <p:tag name="KSO_WM_SPECIAL_SOURCE" val="bdnull"/>
</p:tagLst>
</file>

<file path=ppt/tags/tag15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custom20238137_1*a*1"/>
  <p:tag name="KSO_WM_TEMPLATE_CATEGORY" val="custom"/>
  <p:tag name="KSO_WM_TEMPLATE_INDEX" val="20238137"/>
  <p:tag name="KSO_WM_UNIT_LAYERLEVEL" val="1"/>
  <p:tag name="KSO_WM_TAG_VERSION" val="3.0"/>
  <p:tag name="KSO_WM_BEAUTIFY_FLAG" val="#wm#"/>
  <p:tag name="KSO_WM_UNIT_PRESET_TEXT" val="The title goes here"/>
</p:tagLst>
</file>

<file path=ppt/tags/tag156.xml><?xml version="1.0" encoding="utf-8"?>
<p:tagLst xmlns:p="http://schemas.openxmlformats.org/presentationml/2006/main">
  <p:tag name="KSO_WM_UNIT_SUBTYPE" val="b"/>
  <p:tag name="KSO_WM_UNIT_NOCLEAR" val="0"/>
  <p:tag name="KSO_WM_UNIT_VALUE" val="8"/>
  <p:tag name="KSO_WM_UNIT_HIGHLIGHT" val="0"/>
  <p:tag name="KSO_WM_UNIT_COMPATIBLE" val="0"/>
  <p:tag name="KSO_WM_UNIT_DIAGRAM_ISNUMVISUAL" val="0"/>
  <p:tag name="KSO_WM_UNIT_DIAGRAM_ISREFERUNIT" val="0"/>
  <p:tag name="KSO_WM_UNIT_TYPE" val="f"/>
  <p:tag name="KSO_WM_UNIT_INDEX" val="4"/>
  <p:tag name="KSO_WM_UNIT_ID" val="custom20238137_1*f*4"/>
  <p:tag name="KSO_WM_TEMPLATE_CATEGORY" val="custom"/>
  <p:tag name="KSO_WM_TEMPLATE_INDEX" val="20238137"/>
  <p:tag name="KSO_WM_UNIT_LAYERLEVEL" val="1"/>
  <p:tag name="KSO_WM_TAG_VERSION" val="3.0"/>
  <p:tag name="KSO_WM_BEAUTIFY_FLAG" val="#wm#"/>
  <p:tag name="KSO_WM_UNIT_PRESET_TEXT" val="Name"/>
</p:tagLst>
</file>

<file path=ppt/tags/tag157.xml><?xml version="1.0" encoding="utf-8"?>
<p:tagLst xmlns:p="http://schemas.openxmlformats.org/presentationml/2006/main">
  <p:tag name="KSO_WM_SLIDE_ID" val="custom20238137_1"/>
  <p:tag name="KSO_WM_TEMPLATE_SUBCATEGORY" val="29"/>
  <p:tag name="KSO_WM_TEMPLATE_MASTER_TYPE" val="0"/>
  <p:tag name="KSO_WM_TEMPLATE_COLOR_TYPE" val="0"/>
  <p:tag name="KSO_WM_SLIDE_ITEM_CNT" val="0"/>
  <p:tag name="KSO_WM_SLIDE_INDEX" val="1"/>
  <p:tag name="KSO_WM_TAG_VERSION" val="3.0"/>
  <p:tag name="KSO_WM_BEAUTIFY_FLAG" val="#wm#"/>
  <p:tag name="KSO_WM_TEMPLATE_CATEGORY" val="custom"/>
  <p:tag name="KSO_WM_TEMPLATE_INDEX" val="20238137"/>
  <p:tag name="KSO_WM_SLIDE_LAYOUT" val="a_b_f"/>
  <p:tag name="KSO_WM_SLIDE_LAYOUT_CNT" val="1_1_1"/>
  <p:tag name="KSO_WM_SLIDE_TYPE" val="title"/>
  <p:tag name="KSO_WM_SLIDE_SUBTYPE" val="pureTxt"/>
  <p:tag name="KSO_WM_TEMPLATE_THUMBS_INDEX" val="1、9"/>
  <p:tag name="KSO_WM_SPECIAL_SOURCE" val="bdnull"/>
  <p:tag name="KSO_WM_SLIDE_THEME_ID" val="3327807"/>
  <p:tag name="KSO_WM_SLIDE_THEME_NAME" val="Blue Cartoon Education"/>
</p:tagLst>
</file>

<file path=ppt/tags/tag1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1.0"/>
  <p:tag name="KSO_WM_BEAUTIFY_FLAG" val="#wm#"/>
  <p:tag name="KSO_WM_UNIT_INDEX" val="2"/>
  <p:tag name="KSO_WM_UNIT_TYPE" val="f"/>
  <p:tag name="KSO_WM_UNIT_SUBTYPE" val="a"/>
</p:tagLst>
</file>

<file path=ppt/tags/tag161.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62.xml><?xml version="1.0" encoding="utf-8"?>
<p:tagLst xmlns:p="http://schemas.openxmlformats.org/presentationml/2006/main">
  <p:tag name="KSO_WM_UNIT_TEXT" val="Abstract"/>
  <p:tag name="KSO_WM_UNIT_HIGHLIGHT" val="0"/>
  <p:tag name="KSO_WM_UNIT_COMPATIBLE" val="0"/>
  <p:tag name="KSO_WM_UNIT_DIAGRAM_ISNUMVISUAL" val="0"/>
  <p:tag name="KSO_WM_UNIT_DIAGRAM_ISREFERUNIT" val="0"/>
  <p:tag name="KSO_WM_UNIT_LAYERLEVEL" val="1"/>
  <p:tag name="KSO_WM_TAG_VERSION" val="3.0"/>
  <p:tag name="KSO_WM_BEAUTIFY_FLAG" val="#wm#"/>
  <p:tag name="KSO_WM_UNIT_INDEX" val="1"/>
  <p:tag name="KSO_WM_UNIT_TYPE" val="a"/>
  <p:tag name="KSO_WM_UNIT_ID" val="_2*a*1"/>
  <p:tag name="KSO_WM_UNIT_ISCONTENTSTITLE" val="0"/>
  <p:tag name="KSO_WM_UNIT_ISNUMDGMTITLE" val="0"/>
  <p:tag name="KSO_WM_UNIT_PRESET_TEXT" val="单击此处编辑母版标题样式"/>
  <p:tag name="KSO_WM_UNIT_NOCLEAR" val="0"/>
  <p:tag name="KSO_WM_UNIT_VALUE" val="20"/>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1.0"/>
  <p:tag name="KSO_WM_BEAUTIFY_FLAG" val="#wm#"/>
  <p:tag name="KSO_WM_UNIT_INDEX" val="2"/>
  <p:tag name="KSO_WM_UNIT_TYPE" val="f"/>
  <p:tag name="KSO_WM_UNIT_SUBTYPE" val="a"/>
</p:tagLst>
</file>

<file path=ppt/tags/tag165.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66.xml><?xml version="1.0" encoding="utf-8"?>
<p:tagLst xmlns:p="http://schemas.openxmlformats.org/presentationml/2006/main">
  <p:tag name="KSO_WM_UNIT_TEXT" val="Problem Statement"/>
  <p:tag name="KSO_WM_UNIT_HIGHLIGHT" val="0"/>
  <p:tag name="KSO_WM_UNIT_COMPATIBLE" val="0"/>
  <p:tag name="KSO_WM_UNIT_DIAGRAM_ISNUMVISUAL" val="0"/>
  <p:tag name="KSO_WM_UNIT_DIAGRAM_ISREFERUNIT" val="0"/>
  <p:tag name="KSO_WM_UNIT_LAYERLEVEL" val="1"/>
  <p:tag name="KSO_WM_TAG_VERSION" val="3.0"/>
  <p:tag name="KSO_WM_BEAUTIFY_FLAG" val="#wm#"/>
  <p:tag name="KSO_WM_UNIT_INDEX" val="1"/>
  <p:tag name="KSO_WM_UNIT_TYPE" val="a"/>
  <p:tag name="KSO_WM_UNIT_ID" val="_2*a*1"/>
  <p:tag name="KSO_WM_UNIT_ISCONTENTSTITLE" val="0"/>
  <p:tag name="KSO_WM_UNIT_ISNUMDGMTITLE" val="0"/>
  <p:tag name="KSO_WM_UNIT_PRESET_TEXT" val="单击此处编辑母版标题样式"/>
  <p:tag name="KSO_WM_UNIT_NOCLEAR" val="0"/>
  <p:tag name="KSO_WM_UNIT_VALUE" val="20"/>
</p:tagLst>
</file>

<file path=ppt/tags/tag1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1.0"/>
  <p:tag name="KSO_WM_BEAUTIFY_FLAG" val="#wm#"/>
  <p:tag name="KSO_WM_UNIT_INDEX" val="11"/>
  <p:tag name="KSO_WM_UNIT_TYPE" val="f"/>
  <p:tag name="KSO_WM_UNIT_SUBTYPE" val="a"/>
</p:tagLst>
</file>

<file path=ppt/tags/tag169.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70.xml><?xml version="1.0" encoding="utf-8"?>
<p:tagLst xmlns:p="http://schemas.openxmlformats.org/presentationml/2006/main">
  <p:tag name="KSO_WM_UNIT_TEXT" val="Proposed Functionalities"/>
  <p:tag name="KSO_WM_UNIT_HIGHLIGHT" val="0"/>
  <p:tag name="KSO_WM_UNIT_COMPATIBLE" val="0"/>
  <p:tag name="KSO_WM_UNIT_DIAGRAM_ISNUMVISUAL" val="0"/>
  <p:tag name="KSO_WM_UNIT_DIAGRAM_ISREFERUNIT" val="0"/>
  <p:tag name="KSO_WM_UNIT_LAYERLEVEL" val="1"/>
  <p:tag name="KSO_WM_TAG_VERSION" val="3.0"/>
  <p:tag name="KSO_WM_BEAUTIFY_FLAG" val="#wm#"/>
  <p:tag name="KSO_WM_UNIT_INDEX" val="1"/>
  <p:tag name="KSO_WM_UNIT_TYPE" val="a"/>
  <p:tag name="KSO_WM_UNIT_ID" val="_2*a*1"/>
  <p:tag name="KSO_WM_UNIT_ISCONTENTSTITLE" val="0"/>
  <p:tag name="KSO_WM_UNIT_ISNUMDGMTITLE" val="0"/>
  <p:tag name="KSO_WM_UNIT_PRESET_TEXT" val="单击此处编辑母版标题样式"/>
  <p:tag name="KSO_WM_UNIT_NOCLEAR" val="0"/>
  <p:tag name="KSO_WM_UNIT_VALUE" val="20"/>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1.0"/>
  <p:tag name="KSO_WM_BEAUTIFY_FLAG" val="#wm#"/>
  <p:tag name="KSO_WM_UNIT_INDEX" val="6"/>
  <p:tag name="KSO_WM_UNIT_TYPE" val="f"/>
  <p:tag name="KSO_WM_UNIT_SUBTYPE" val="a"/>
</p:tagLst>
</file>

<file path=ppt/tags/tag173.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74.xml><?xml version="1.0" encoding="utf-8"?>
<p:tagLst xmlns:p="http://schemas.openxmlformats.org/presentationml/2006/main">
  <p:tag name="KSO_WM_UNIT_TEXT" val="Tools and Technologies to be Used"/>
  <p:tag name="KSO_WM_UNIT_HIGHLIGHT" val="0"/>
  <p:tag name="KSO_WM_UNIT_COMPATIBLE" val="0"/>
  <p:tag name="KSO_WM_UNIT_DIAGRAM_ISNUMVISUAL" val="0"/>
  <p:tag name="KSO_WM_UNIT_DIAGRAM_ISREFERUNIT" val="0"/>
  <p:tag name="KSO_WM_UNIT_LAYERLEVEL" val="1"/>
  <p:tag name="KSO_WM_TAG_VERSION" val="3.0"/>
  <p:tag name="KSO_WM_BEAUTIFY_FLAG" val="#wm#"/>
  <p:tag name="KSO_WM_UNIT_INDEX" val="1"/>
  <p:tag name="KSO_WM_UNIT_TYPE" val="a"/>
  <p:tag name="KSO_WM_UNIT_ID" val="_2*a*1"/>
  <p:tag name="KSO_WM_UNIT_ISCONTENTSTITLE" val="0"/>
  <p:tag name="KSO_WM_UNIT_ISNUMDGMTITLE" val="0"/>
  <p:tag name="KSO_WM_UNIT_PRESET_TEXT" val="单击此处编辑母版标题样式"/>
  <p:tag name="KSO_WM_UNIT_NOCLEAR" val="0"/>
  <p:tag name="KSO_WM_UNIT_VALUE" val="2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LAYERLEVEL" val="1"/>
  <p:tag name="KSO_WM_TAG_VERSION" val="1.0"/>
  <p:tag name="KSO_WM_BEAUTIFY_FLAG" val="#wm#"/>
  <p:tag name="KSO_WM_UNIT_INDEX" val="2"/>
  <p:tag name="KSO_WM_UNIT_TYPE" val="f"/>
  <p:tag name="KSO_WM_UNIT_SUBTYPE" val="a"/>
</p:tagLst>
</file>

<file path=ppt/tags/tag177.xml><?xml version="1.0" encoding="utf-8"?>
<p:tagLst xmlns:p="http://schemas.openxmlformats.org/presentationml/2006/main">
  <p:tag name="KSO_WM_BEAUTIFY_FLAG" val="#wm#"/>
  <p:tag name="KSO_WM_TEMPLATE_CATEGORY" val="custom"/>
  <p:tag name="KSO_WM_TEMPLATE_INDEX" val="20205081"/>
  <p:tag name="KSO_WM_SLIDE_TYPE" val="text"/>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179.xml><?xml version="1.0" encoding="utf-8"?>
<p:tagLst xmlns:p="http://schemas.openxmlformats.org/presentationml/2006/main">
  <p:tag name="KSO_WM_BEAUTIFY_FLAG" val="#wm#"/>
  <p:tag name="KSO_WM_TEMPLATE_CATEGORY" val="custom"/>
  <p:tag name="KSO_WM_TEMPLATE_INDEX" val="2020508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0000402-3">
      <a:dk1>
        <a:srgbClr val="333333"/>
      </a:dk1>
      <a:lt1>
        <a:srgbClr val="FFFFFF"/>
      </a:lt1>
      <a:dk2>
        <a:srgbClr val="00151E"/>
      </a:dk2>
      <a:lt2>
        <a:srgbClr val="E5F7FF"/>
      </a:lt2>
      <a:accent1>
        <a:srgbClr val="83D8FF"/>
      </a:accent1>
      <a:accent2>
        <a:srgbClr val="3D7EFE"/>
      </a:accent2>
      <a:accent3>
        <a:srgbClr val="839EFF"/>
      </a:accent3>
      <a:accent4>
        <a:srgbClr val="FF883C"/>
      </a:accent4>
      <a:accent5>
        <a:srgbClr val="FEC55C"/>
      </a:accent5>
      <a:accent6>
        <a:srgbClr val="FF836C"/>
      </a:accent6>
      <a:hlink>
        <a:srgbClr val="0026E5"/>
      </a:hlink>
      <a:folHlink>
        <a:srgbClr val="7E1FAD"/>
      </a:folHlink>
    </a:clrScheme>
    <a:fontScheme name="可爱">
      <a:majorFont>
        <a:latin typeface="Mali SemiBold"/>
        <a:ea typeface="Mali SemiBold"/>
        <a:cs typeface=""/>
      </a:majorFont>
      <a:minorFont>
        <a:latin typeface="Mali"/>
        <a:ea typeface="Mal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rmAutofit/>
      </a:bodyPr>
      <a:lstStyle>
        <a:defPPr algn="l">
          <a:lnSpc>
            <a:spcPct val="140000"/>
          </a:lnSpc>
          <a:defRPr lang="en-US" sz="2400" kern="100" dirty="0">
            <a:solidFill>
              <a:srgbClr val="333333"/>
            </a:solidFill>
            <a:effectLst/>
            <a:latin typeface="+mn-ea"/>
            <a:cs typeface="江城圆体 400W" panose="020B0500000000000000"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2123</Words>
  <Application>WPS Presentation</Application>
  <PresentationFormat>Widescreen</PresentationFormat>
  <Paragraphs>47</Paragraphs>
  <Slides>7</Slides>
  <Notes>0</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7</vt:i4>
      </vt:variant>
    </vt:vector>
  </HeadingPairs>
  <TitlesOfParts>
    <vt:vector size="21" baseType="lpstr">
      <vt:lpstr>Arial</vt:lpstr>
      <vt:lpstr>SimSun</vt:lpstr>
      <vt:lpstr>Wingdings</vt:lpstr>
      <vt:lpstr>Wingdings</vt:lpstr>
      <vt:lpstr>江城圆体 400W</vt:lpstr>
      <vt:lpstr>Times New Roman</vt:lpstr>
      <vt:lpstr>Mali</vt:lpstr>
      <vt:lpstr>Segoe Print</vt:lpstr>
      <vt:lpstr>Microsoft YaHei</vt:lpstr>
      <vt:lpstr>Arial Unicode MS</vt:lpstr>
      <vt:lpstr>Mali SemiBold</vt:lpstr>
      <vt:lpstr>Calibri</vt:lpstr>
      <vt:lpstr>WPS</vt:lpstr>
      <vt:lpstr>Office Theme</vt:lpstr>
      <vt:lpstr>Product Search and Recommendation System for Shopping</vt:lpstr>
      <vt:lpstr>Abstract</vt:lpstr>
      <vt:lpstr>Problem Statement</vt:lpstr>
      <vt:lpstr>Proposed Functionalities</vt:lpstr>
      <vt:lpstr>Tools and Technologies to be Used</vt:lpstr>
      <vt:lpstr>Expected Outcome</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Search and Recommendation System for Shopping</dc:title>
  <dc:creator>kupir</dc:creator>
  <cp:lastModifiedBy>Kupireddy Akshitha reddy</cp:lastModifiedBy>
  <cp:revision>5</cp:revision>
  <dcterms:created xsi:type="dcterms:W3CDTF">2026-08-06T06:43:00Z</dcterms:created>
  <dcterms:modified xsi:type="dcterms:W3CDTF">2026-08-14T14:41:08Z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DE9143EC4BE743269AEC80F4E9D748B5_11</vt:lpwstr>
  </property>
</Properties>
</file>