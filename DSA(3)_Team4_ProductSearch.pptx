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4" r:id="rId5"/>
    <p:sldId id="258" r:id="rId6"/>
    <p:sldId id="261" r:id="rId7"/>
    <p:sldId id="265" r:id="rId8"/>
    <p:sldId id="259" r:id="rId9"/>
    <p:sldId id="267" r:id="rId10"/>
    <p:sldId id="266" r:id="rId11"/>
    <p:sldId id="260" r:id="rId12"/>
    <p:sldId id="262"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1115" y="549275"/>
            <a:ext cx="9704705" cy="2453640"/>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smtClean="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Product Search and Recommendation System for Shopping</a:t>
            </a:r>
            <a:endParaRPr lang="en-US" sz="4000" b="1" dirty="0">
              <a:solidFill>
                <a:srgbClr val="C00000"/>
              </a:solidFill>
              <a:latin typeface="+mn-lt"/>
            </a:endParaRPr>
          </a:p>
        </p:txBody>
      </p:sp>
      <p:sp>
        <p:nvSpPr>
          <p:cNvPr id="3" name="Subtitle 2"/>
          <p:cNvSpPr>
            <a:spLocks noGrp="1"/>
          </p:cNvSpPr>
          <p:nvPr>
            <p:ph type="subTitle" idx="1"/>
          </p:nvPr>
        </p:nvSpPr>
        <p:spPr>
          <a:xfrm>
            <a:off x="2766060" y="2912110"/>
            <a:ext cx="6055360" cy="1997075"/>
          </a:xfrm>
        </p:spPr>
        <p:txBody>
          <a:bodyPr/>
          <a:lstStyle/>
          <a:p>
            <a:r>
              <a:rPr lang="en-US" dirty="0">
                <a:solidFill>
                  <a:srgbClr val="0070C0"/>
                </a:solidFill>
              </a:rPr>
              <a:t>Team Members</a:t>
            </a:r>
            <a:endParaRPr lang="en-US" dirty="0">
              <a:solidFill>
                <a:srgbClr val="0070C0"/>
              </a:solidFill>
            </a:endParaRPr>
          </a:p>
          <a:p>
            <a:r>
              <a:rPr lang="en-US" dirty="0">
                <a:solidFill>
                  <a:srgbClr val="0070C0"/>
                </a:solidFill>
              </a:rPr>
              <a:t>Name: </a:t>
            </a:r>
            <a:r>
              <a:rPr lang="en-US" dirty="0" err="1">
                <a:solidFill>
                  <a:srgbClr val="0070C0"/>
                </a:solidFill>
              </a:rPr>
              <a:t>Rollno</a:t>
            </a:r>
            <a:r>
              <a:rPr lang="en-US" dirty="0">
                <a:solidFill>
                  <a:srgbClr val="0070C0"/>
                </a:solidFill>
              </a:rPr>
              <a:t>.</a:t>
            </a:r>
            <a:endParaRPr lang="en-US" dirty="0">
              <a:solidFill>
                <a:srgbClr val="0070C0"/>
              </a:solidFill>
            </a:endParaRPr>
          </a:p>
          <a:p>
            <a:r>
              <a:rPr lang="en-US" dirty="0">
                <a:solidFill>
                  <a:srgbClr val="0070C0"/>
                </a:solidFill>
              </a:rPr>
              <a:t>K.Akshitha-2520030233</a:t>
            </a:r>
            <a:endParaRPr lang="en-US" dirty="0">
              <a:solidFill>
                <a:srgbClr val="0070C0"/>
              </a:solidFill>
            </a:endParaRPr>
          </a:p>
          <a:p>
            <a:r>
              <a:rPr lang="en-US" dirty="0">
                <a:solidFill>
                  <a:srgbClr val="0070C0"/>
                </a:solidFill>
              </a:rPr>
              <a:t>T.Meghana-2520030245</a:t>
            </a:r>
            <a:endParaRPr lang="en-US" dirty="0">
              <a:solidFill>
                <a:srgbClr val="0070C0"/>
              </a:solidFill>
            </a:endParaRPr>
          </a:p>
          <a:p>
            <a:r>
              <a:rPr lang="en-US" dirty="0">
                <a:solidFill>
                  <a:srgbClr val="0070C0"/>
                </a:solidFill>
              </a:rPr>
              <a:t>U.Moksha-2500031613</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Name of the </a:t>
            </a:r>
            <a:r>
              <a:rPr lang="en-US" sz="1800" b="1" kern="0" dirty="0" smtClean="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DSA-3 </a:t>
            </a: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faculty name with designation and department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endParaRPr lang="en-US" sz="3200" b="0" i="0" u="none" strike="noStrike" kern="1200" dirty="0">
              <a:solidFill>
                <a:srgbClr val="000000"/>
              </a:solidFill>
              <a:effectLst/>
              <a:latin typeface="Calibri" panose="020F0502020204030204" pitchFamily="34" charset="0"/>
            </a:endParaRP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endPar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endParaRPr lang="en-US" sz="32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endParaRPr lang="en-US" sz="3200" b="1" dirty="0">
              <a:solidFill>
                <a:schemeClr val="bg1"/>
              </a:solidFill>
            </a:endParaRPr>
          </a:p>
        </p:txBody>
      </p:sp>
      <p:sp>
        <p:nvSpPr>
          <p:cNvPr id="4" name="Text Box 3"/>
          <p:cNvSpPr txBox="1"/>
          <p:nvPr/>
        </p:nvSpPr>
        <p:spPr>
          <a:xfrm>
            <a:off x="662305" y="1283970"/>
            <a:ext cx="10741660" cy="4599305"/>
          </a:xfrm>
          <a:prstGeom prst="rect">
            <a:avLst/>
          </a:prstGeom>
          <a:noFill/>
        </p:spPr>
        <p:txBody>
          <a:bodyPr wrap="square" rtlCol="0">
            <a:noAutofit/>
          </a:bodyPr>
          <a:p>
            <a:r>
              <a:rPr lang="en-US" altLang="en-US" sz="2800">
                <a:solidFill>
                  <a:schemeClr val="bg2">
                    <a:lumMod val="10000"/>
                  </a:schemeClr>
                </a:solidFill>
                <a:latin typeface="Times New Roman" panose="02020603050405020304" pitchFamily="18" charset="0"/>
                <a:cs typeface="Times New Roman" panose="02020603050405020304" pitchFamily="18" charset="0"/>
                <a:sym typeface="+mn-ea"/>
              </a:rPr>
              <a:t>The Product Search and Recommendation System for Shopping is a web-based application that helps users easily search for products and receive personalized product recommendations. The system allows users to browse products by category, search using keywords, and view detailed product information. Based on user preferences, browsing history, or selected categories, the system recommends similar or relevant products. This improves the shopping experience by helping customers find suitable products quickly while reducing the time spent searching.</a:t>
            </a:r>
            <a:endParaRPr lang="en-US" altLang="en-US" sz="2800">
              <a:solidFill>
                <a:schemeClr val="bg2">
                  <a:lumMod val="10000"/>
                </a:schemeClr>
              </a:solidFill>
              <a:latin typeface="Times New Roman" panose="02020603050405020304" pitchFamily="18" charset="0"/>
              <a:cs typeface="Times New Roman" panose="02020603050405020304" pitchFamily="18" charset="0"/>
            </a:endParaRPr>
          </a:p>
          <a:p>
            <a:endParaRPr lang="en-US" altLang="en-US" sz="2800">
              <a:solidFill>
                <a:schemeClr val="bg2">
                  <a:lumMod val="1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endParaRPr lang="en-US" sz="3200" b="1" dirty="0">
              <a:solidFill>
                <a:schemeClr val="bg1"/>
              </a:solidFill>
            </a:endParaRPr>
          </a:p>
        </p:txBody>
      </p:sp>
      <p:sp>
        <p:nvSpPr>
          <p:cNvPr id="4" name="Text Box 3"/>
          <p:cNvSpPr txBox="1"/>
          <p:nvPr/>
        </p:nvSpPr>
        <p:spPr>
          <a:xfrm>
            <a:off x="635000" y="1256030"/>
            <a:ext cx="10948035" cy="4816475"/>
          </a:xfrm>
          <a:prstGeom prst="rect">
            <a:avLst/>
          </a:prstGeom>
          <a:noFill/>
        </p:spPr>
        <p:txBody>
          <a:bodyPr wrap="square" rtlCol="0">
            <a:noAutofit/>
          </a:bodyPr>
          <a:p>
            <a:r>
              <a:rPr lang="en-US" altLang="en-US" sz="2800"/>
              <a:t>Online shopping platforms contain a large number of products, making it difficult for users to quickly find the products they need. Traditional keyword searching may not provide suitable results when users enter incomplete or misspelled words. This project focuses on developing an efficient product search and recommendation system using advanced Data Structures and Algorithms. The system applies string matching and dynamic programming techniques to improve search performance and provide relevant product recommendations through a simple web interface.</a:t>
            </a:r>
            <a:endParaRPr lang="en-US" altLang="en-US"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endParaRPr lang="en-US" sz="3200" b="1" dirty="0">
              <a:solidFill>
                <a:schemeClr val="bg1"/>
              </a:solidFill>
            </a:endParaRPr>
          </a:p>
        </p:txBody>
      </p:sp>
      <p:sp>
        <p:nvSpPr>
          <p:cNvPr id="4" name="Text Box 3"/>
          <p:cNvSpPr txBox="1"/>
          <p:nvPr/>
        </p:nvSpPr>
        <p:spPr>
          <a:xfrm>
            <a:off x="742950" y="1407160"/>
            <a:ext cx="10825480" cy="4788535"/>
          </a:xfrm>
          <a:prstGeom prst="rect">
            <a:avLst/>
          </a:prstGeom>
          <a:noFill/>
        </p:spPr>
        <p:txBody>
          <a:bodyPr wrap="square" rtlCol="0">
            <a:noAutofit/>
          </a:bodyPr>
          <a:p>
            <a:r>
              <a:rPr lang="en-US" altLang="en-US" sz="2800"/>
              <a:t>Existing product search systems mainly use keyword matching and basic indexing techniques to retrieve products. Advanced string algorithms such as KMP, Z-Function, and Rabin-Karp provide efficient methods for finding patterns in large text data. Edit Distance based on Dynamic Programming can be used to identify similar words and handle spelling mistakes. Suffix Arrays and LCP arrays provide additional techniques for efficient text processing. These algorithms provide a suitable foundation for developing an efficient product search and recommendation system.</a:t>
            </a:r>
            <a:endParaRPr lang="en-US"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endParaRPr lang="en-US" sz="3200" b="1" dirty="0">
              <a:solidFill>
                <a:schemeClr val="bg1"/>
              </a:solidFill>
            </a:endParaRPr>
          </a:p>
        </p:txBody>
      </p:sp>
      <p:sp>
        <p:nvSpPr>
          <p:cNvPr id="4" name="Text Box 3"/>
          <p:cNvSpPr txBox="1"/>
          <p:nvPr/>
        </p:nvSpPr>
        <p:spPr>
          <a:xfrm>
            <a:off x="456565" y="1461135"/>
            <a:ext cx="11207750" cy="4830445"/>
          </a:xfrm>
          <a:prstGeom prst="rect">
            <a:avLst/>
          </a:prstGeom>
          <a:noFill/>
        </p:spPr>
        <p:txBody>
          <a:bodyPr wrap="square" rtlCol="0">
            <a:noAutofit/>
          </a:bodyPr>
          <a:p>
            <a:r>
              <a:rPr lang="en-US" altLang="en-US" sz="2800"/>
              <a:t>Online shopping websites may contain thousands of products, making efficient product searching an important requirement. Basic search methods may fail to provide relevant results when users enter incomplete or misspelled product names. The main objective of this project is to develop a product search and recommendation system using advanced DSA-3 algorithms. The system aims to implement efficient pattern matching using KMP, Z-Function, and Rabin-Karp, use Edit Distance for fuzzy matching, and apply Suffix Array and LCP concepts for advanced text processing. The results will be displayed through an interactive web interface.</a:t>
            </a:r>
            <a:endParaRPr 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endParaRPr lang="en-US" sz="3200" b="1" dirty="0">
              <a:solidFill>
                <a:schemeClr val="bg1"/>
              </a:solidFill>
            </a:endParaRPr>
          </a:p>
        </p:txBody>
      </p:sp>
      <p:sp>
        <p:nvSpPr>
          <p:cNvPr id="4" name="Text Box 3"/>
          <p:cNvSpPr txBox="1"/>
          <p:nvPr/>
        </p:nvSpPr>
        <p:spPr>
          <a:xfrm>
            <a:off x="852170" y="1366520"/>
            <a:ext cx="10580370" cy="4760595"/>
          </a:xfrm>
          <a:prstGeom prst="rect">
            <a:avLst/>
          </a:prstGeom>
          <a:noFill/>
        </p:spPr>
        <p:txBody>
          <a:bodyPr wrap="square" rtlCol="0">
            <a:noAutofit/>
          </a:bodyPr>
          <a:p>
            <a:r>
              <a:rPr lang="en-US" altLang="en-US" sz="4000"/>
              <a:t>User → Enter Product Keyword → Select Search Type → Apply DSA-3 Algorithm → Find Matching Products → Generate Recommendations → Display Results</a:t>
            </a:r>
            <a:endParaRPr lang="en-US" sz="4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 Box 3"/>
          <p:cNvSpPr txBox="1"/>
          <p:nvPr/>
        </p:nvSpPr>
        <p:spPr>
          <a:xfrm>
            <a:off x="660400" y="1338580"/>
            <a:ext cx="10758170" cy="4897755"/>
          </a:xfrm>
          <a:prstGeom prst="rect">
            <a:avLst/>
          </a:prstGeom>
          <a:noFill/>
        </p:spPr>
        <p:txBody>
          <a:bodyPr wrap="square" rtlCol="0">
            <a:noAutofit/>
          </a:bodyPr>
          <a:p>
            <a:r>
              <a:rPr lang="en-US" altLang="en-US" sz="2800"/>
              <a:t>The proposed system provides an efficient way to search and find products using different DSA-3 algorithms. Pattern matching algorithms can identify products that match the entered keyword, while Edit Distance helps find similar products when the search term contains spelling mistakes. The system displays the matching products and relevant recommendations through the web interface. The implementation demonstrates the practical use of advanced string algorithms and Dynamic Programming in an e-commerce application.</a:t>
            </a:r>
            <a:endParaRPr lang="en-US"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 Box 3"/>
          <p:cNvSpPr txBox="1"/>
          <p:nvPr/>
        </p:nvSpPr>
        <p:spPr>
          <a:xfrm>
            <a:off x="402590" y="1667510"/>
            <a:ext cx="11207115" cy="5084445"/>
          </a:xfrm>
          <a:prstGeom prst="rect">
            <a:avLst/>
          </a:prstGeom>
          <a:noFill/>
        </p:spPr>
        <p:txBody>
          <a:bodyPr wrap="square" rtlCol="0">
            <a:noAutofit/>
          </a:bodyPr>
          <a:p>
            <a:r>
              <a:rPr lang="en-US" altLang="en-US" sz="2800" b="1"/>
              <a:t>Hardware Requirements:</a:t>
            </a:r>
            <a:endParaRPr lang="en-US" altLang="en-US" sz="2800" b="1"/>
          </a:p>
          <a:p>
            <a:r>
              <a:rPr lang="en-US" altLang="en-US" sz="2800"/>
              <a:t>Computer/Laptop</a:t>
            </a:r>
            <a:endParaRPr lang="en-US" altLang="en-US" sz="2800"/>
          </a:p>
          <a:p>
            <a:r>
              <a:rPr lang="en-US" altLang="en-US" sz="2800"/>
              <a:t>Minimum 4 GB RAM</a:t>
            </a:r>
            <a:endParaRPr lang="en-US" altLang="en-US" sz="2800"/>
          </a:p>
          <a:p>
            <a:r>
              <a:rPr lang="en-US" altLang="en-US" sz="2800"/>
              <a:t>Internet Connection</a:t>
            </a:r>
            <a:endParaRPr lang="en-US" altLang="en-US" sz="2800"/>
          </a:p>
          <a:p>
            <a:endParaRPr lang="en-US" altLang="en-US" sz="2800"/>
          </a:p>
          <a:p>
            <a:r>
              <a:rPr lang="en-US" altLang="en-US" sz="2800" b="1"/>
              <a:t>Software Requirements:</a:t>
            </a:r>
            <a:endParaRPr lang="en-US" altLang="en-US" sz="2800" b="1"/>
          </a:p>
          <a:p>
            <a:r>
              <a:rPr lang="en-US" altLang="en-US" sz="2800"/>
              <a:t>Windows/Linux</a:t>
            </a:r>
            <a:endParaRPr lang="en-US" altLang="en-US" sz="2800"/>
          </a:p>
          <a:p>
            <a:r>
              <a:rPr lang="en-US" altLang="en-US" sz="2800"/>
              <a:t>VS Code</a:t>
            </a:r>
            <a:endParaRPr lang="en-US" altLang="en-US" sz="2800"/>
          </a:p>
          <a:p>
            <a:r>
              <a:rPr lang="en-US" altLang="en-US" sz="2800"/>
              <a:t>HTML, CSS, JavaScript</a:t>
            </a:r>
            <a:endParaRPr lang="en-US" altLang="en-US" sz="2800"/>
          </a:p>
          <a:p>
            <a:r>
              <a:rPr lang="en-US" altLang="en-US" sz="2800"/>
              <a:t>Web Browser</a:t>
            </a:r>
            <a:endParaRPr lang="en-US" altLang="en-US" sz="2800"/>
          </a:p>
          <a:p>
            <a:r>
              <a:rPr lang="en-US" altLang="en-US" sz="2800"/>
              <a:t>Git and GitHub</a:t>
            </a:r>
            <a:endParaRPr lang="en-US" altLang="en-US" sz="2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endParaRPr lang="en-US" sz="3200" b="1" dirty="0">
              <a:solidFill>
                <a:schemeClr val="bg1"/>
              </a:solidFill>
            </a:endParaRPr>
          </a:p>
        </p:txBody>
      </p:sp>
      <p:sp>
        <p:nvSpPr>
          <p:cNvPr id="4" name="Text Box 3"/>
          <p:cNvSpPr txBox="1"/>
          <p:nvPr/>
        </p:nvSpPr>
        <p:spPr>
          <a:xfrm>
            <a:off x="441960" y="1626235"/>
            <a:ext cx="10866120" cy="4568825"/>
          </a:xfrm>
          <a:prstGeom prst="rect">
            <a:avLst/>
          </a:prstGeom>
          <a:noFill/>
        </p:spPr>
        <p:txBody>
          <a:bodyPr wrap="square" rtlCol="0">
            <a:noAutofit/>
          </a:bodyPr>
          <a:p>
            <a:r>
              <a:rPr lang="en-US" altLang="en-US" sz="2800"/>
              <a:t>The Product Search and Recommendation System demonstrates the practical application of DSA-3 concepts in an e-commerce environment. Advanced string matching algorithms such as KMP, Z-Function, and Rabin-Karp can improve the efficiency of product searching, while Edit Distance using Dynamic Programming supports fuzzy matching. Suffix Array and LCP concepts can be used for advanced text processing. The system provides search and recommendation results through a user-friendly web interface.</a:t>
            </a:r>
            <a:endParaRPr lang="en-US" alt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endParaRPr lang="en-US" sz="3200" b="1" dirty="0">
              <a:solidFill>
                <a:schemeClr val="bg1"/>
              </a:solidFill>
            </a:endParaRPr>
          </a:p>
        </p:txBody>
      </p:sp>
      <p:sp>
        <p:nvSpPr>
          <p:cNvPr id="2" name="Text Box 1"/>
          <p:cNvSpPr txBox="1"/>
          <p:nvPr/>
        </p:nvSpPr>
        <p:spPr>
          <a:xfrm>
            <a:off x="510540" y="1544320"/>
            <a:ext cx="11030585" cy="4760595"/>
          </a:xfrm>
          <a:prstGeom prst="rect">
            <a:avLst/>
          </a:prstGeom>
          <a:noFill/>
        </p:spPr>
        <p:txBody>
          <a:bodyPr wrap="square" rtlCol="0">
            <a:noAutofit/>
          </a:bodyPr>
          <a:p>
            <a:r>
              <a:rPr lang="en-US" altLang="en-US" sz="2800"/>
              <a:t>The system can be further enhanced by implementing Aho-Corasick for multi-pattern searching and improving the recommendation process using user browsing history and product preferences. A larger product dataset can be used to evaluate the performance of different algorithms. Future versions can also include algorithm performance comparison, database integration, advanced recommendation techniques, and a more complete e-commerce interface.</a:t>
            </a:r>
            <a:endParaRPr lang="en-US" altLang="en-US"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4633</Words>
  <Application>WPS Presentation</Application>
  <PresentationFormat>Widescreen</PresentationFormat>
  <Paragraphs>73</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SimSun</vt:lpstr>
      <vt:lpstr>Wingdings</vt:lpstr>
      <vt:lpstr>Times New Roman</vt:lpstr>
      <vt:lpstr>Gautami</vt:lpstr>
      <vt:lpstr>Segoe UI Symbol</vt:lpstr>
      <vt:lpstr>Calibri</vt:lpstr>
      <vt:lpstr>Microsoft YaHei</vt:lpstr>
      <vt:lpstr>Arial Unicode MS</vt:lpstr>
      <vt:lpstr>Calibri Light</vt:lpstr>
      <vt:lpstr>Office Theme</vt:lpstr>
      <vt:lpstr>       Data Structures and Algorithms -3 (25CS2103E)  Product Search and Recommendation System for Shopping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Kupireddy Akshitha reddy</cp:lastModifiedBy>
  <cp:revision>25</cp:revision>
  <dcterms:created xsi:type="dcterms:W3CDTF">2024-08-29T05:25:00Z</dcterms:created>
  <dcterms:modified xsi:type="dcterms:W3CDTF">2026-08-27T07:07:45Z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1033-12.1.0.28032</vt:lpwstr>
  </property>
</Properties>
</file>